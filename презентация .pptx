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72" r:id="rId3"/>
    <p:sldMasterId id="2147483685" r:id="rId4"/>
    <p:sldMasterId id="2147483698" r:id="rId5"/>
    <p:sldMasterId id="2147483713" r:id="rId6"/>
    <p:sldMasterId id="2147483726" r:id="rId7"/>
    <p:sldMasterId id="2147483739" r:id="rId8"/>
  </p:sldMasterIdLst>
  <p:notesMasterIdLst>
    <p:notesMasterId r:id="rId14"/>
  </p:notesMasterIdLst>
  <p:handoutMasterIdLst>
    <p:handoutMasterId r:id="rId15"/>
  </p:handoutMasterIdLst>
  <p:sldIdLst>
    <p:sldId id="257" r:id="rId9"/>
    <p:sldId id="263" r:id="rId10"/>
    <p:sldId id="264" r:id="rId11"/>
    <p:sldId id="259" r:id="rId12"/>
    <p:sldId id="261" r:id="rId1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630" y="102"/>
      </p:cViewPr>
      <p:guideLst>
        <p:guide orient="horz" pos="218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slideMaster" Target="../slideMasters/slideMaster3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2" Type="http://schemas.openxmlformats.org/officeDocument/2006/relationships/tags" Target="../tags/tag94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9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3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4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50.xml"/><Relationship Id="rId4" Type="http://schemas.openxmlformats.org/officeDocument/2006/relationships/tags" Target="../tags/tag149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tags" Target="../tags/tag163.xml"/><Relationship Id="rId18" Type="http://schemas.openxmlformats.org/officeDocument/2006/relationships/slideMaster" Target="../slideMasters/slideMaster3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tags" Target="../tags/tag167.xml"/><Relationship Id="rId2" Type="http://schemas.openxmlformats.org/officeDocument/2006/relationships/tags" Target="../tags/tag152.xml"/><Relationship Id="rId16" Type="http://schemas.openxmlformats.org/officeDocument/2006/relationships/tags" Target="../tags/tag166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5" Type="http://schemas.openxmlformats.org/officeDocument/2006/relationships/tags" Target="../tags/tag155.xml"/><Relationship Id="rId15" Type="http://schemas.openxmlformats.org/officeDocument/2006/relationships/tags" Target="../tags/tag165.xml"/><Relationship Id="rId10" Type="http://schemas.openxmlformats.org/officeDocument/2006/relationships/tags" Target="../tags/tag160.xml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/><Relationship Id="rId13" Type="http://schemas.openxmlformats.org/officeDocument/2006/relationships/tags" Target="../tags/tag186.xml"/><Relationship Id="rId18" Type="http://schemas.openxmlformats.org/officeDocument/2006/relationships/tags" Target="../tags/tag191.xml"/><Relationship Id="rId3" Type="http://schemas.openxmlformats.org/officeDocument/2006/relationships/tags" Target="../tags/tag176.xml"/><Relationship Id="rId21" Type="http://schemas.openxmlformats.org/officeDocument/2006/relationships/tags" Target="../tags/tag194.xml"/><Relationship Id="rId7" Type="http://schemas.openxmlformats.org/officeDocument/2006/relationships/tags" Target="../tags/tag180.xml"/><Relationship Id="rId12" Type="http://schemas.openxmlformats.org/officeDocument/2006/relationships/tags" Target="../tags/tag185.xml"/><Relationship Id="rId17" Type="http://schemas.openxmlformats.org/officeDocument/2006/relationships/tags" Target="../tags/tag190.xml"/><Relationship Id="rId2" Type="http://schemas.openxmlformats.org/officeDocument/2006/relationships/tags" Target="../tags/tag175.xml"/><Relationship Id="rId16" Type="http://schemas.openxmlformats.org/officeDocument/2006/relationships/tags" Target="../tags/tag189.xml"/><Relationship Id="rId20" Type="http://schemas.openxmlformats.org/officeDocument/2006/relationships/tags" Target="../tags/tag193.xml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1" Type="http://schemas.openxmlformats.org/officeDocument/2006/relationships/tags" Target="../tags/tag184.xml"/><Relationship Id="rId24" Type="http://schemas.openxmlformats.org/officeDocument/2006/relationships/image" Target="../media/image6.png"/><Relationship Id="rId5" Type="http://schemas.openxmlformats.org/officeDocument/2006/relationships/tags" Target="../tags/tag178.xml"/><Relationship Id="rId15" Type="http://schemas.openxmlformats.org/officeDocument/2006/relationships/tags" Target="../tags/tag188.xml"/><Relationship Id="rId23" Type="http://schemas.openxmlformats.org/officeDocument/2006/relationships/image" Target="../media/image5.png"/><Relationship Id="rId10" Type="http://schemas.openxmlformats.org/officeDocument/2006/relationships/tags" Target="../tags/tag183.xml"/><Relationship Id="rId19" Type="http://schemas.openxmlformats.org/officeDocument/2006/relationships/tags" Target="../tags/tag192.xml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tags" Target="../tags/tag187.xml"/><Relationship Id="rId22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99.xml"/><Relationship Id="rId4" Type="http://schemas.openxmlformats.org/officeDocument/2006/relationships/tags" Target="../tags/tag198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07.xml"/><Relationship Id="rId3" Type="http://schemas.openxmlformats.org/officeDocument/2006/relationships/tags" Target="../tags/tag202.xml"/><Relationship Id="rId7" Type="http://schemas.openxmlformats.org/officeDocument/2006/relationships/tags" Target="../tags/tag206.xml"/><Relationship Id="rId12" Type="http://schemas.openxmlformats.org/officeDocument/2006/relationships/image" Target="../media/image8.png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1" Type="http://schemas.openxmlformats.org/officeDocument/2006/relationships/image" Target="../media/image7.png"/><Relationship Id="rId5" Type="http://schemas.openxmlformats.org/officeDocument/2006/relationships/tags" Target="../tags/tag204.xml"/><Relationship Id="rId10" Type="http://schemas.openxmlformats.org/officeDocument/2006/relationships/image" Target="../media/image5.png"/><Relationship Id="rId4" Type="http://schemas.openxmlformats.org/officeDocument/2006/relationships/tags" Target="../tags/tag203.xml"/><Relationship Id="rId9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image" Target="../media/image9.png"/><Relationship Id="rId5" Type="http://schemas.openxmlformats.org/officeDocument/2006/relationships/tags" Target="../tags/tag212.xml"/><Relationship Id="rId10" Type="http://schemas.openxmlformats.org/officeDocument/2006/relationships/image" Target="../media/image5.png"/><Relationship Id="rId4" Type="http://schemas.openxmlformats.org/officeDocument/2006/relationships/tags" Target="../tags/tag211.xml"/><Relationship Id="rId9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29.xml"/><Relationship Id="rId3" Type="http://schemas.openxmlformats.org/officeDocument/2006/relationships/tags" Target="../tags/tag224.xml"/><Relationship Id="rId7" Type="http://schemas.openxmlformats.org/officeDocument/2006/relationships/tags" Target="../tags/tag228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9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3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37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42.xml"/><Relationship Id="rId4" Type="http://schemas.openxmlformats.org/officeDocument/2006/relationships/tags" Target="../tags/tag24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47.xml"/><Relationship Id="rId4" Type="http://schemas.openxmlformats.org/officeDocument/2006/relationships/tags" Target="../tags/tag246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55.xml"/><Relationship Id="rId13" Type="http://schemas.openxmlformats.org/officeDocument/2006/relationships/tags" Target="../tags/tag260.xml"/><Relationship Id="rId18" Type="http://schemas.openxmlformats.org/officeDocument/2006/relationships/tags" Target="../tags/tag265.xml"/><Relationship Id="rId3" Type="http://schemas.openxmlformats.org/officeDocument/2006/relationships/tags" Target="../tags/tag250.xml"/><Relationship Id="rId21" Type="http://schemas.openxmlformats.org/officeDocument/2006/relationships/tags" Target="../tags/tag268.xml"/><Relationship Id="rId7" Type="http://schemas.openxmlformats.org/officeDocument/2006/relationships/tags" Target="../tags/tag254.xml"/><Relationship Id="rId12" Type="http://schemas.openxmlformats.org/officeDocument/2006/relationships/tags" Target="../tags/tag259.xml"/><Relationship Id="rId17" Type="http://schemas.openxmlformats.org/officeDocument/2006/relationships/tags" Target="../tags/tag264.xml"/><Relationship Id="rId2" Type="http://schemas.openxmlformats.org/officeDocument/2006/relationships/tags" Target="../tags/tag249.xml"/><Relationship Id="rId16" Type="http://schemas.openxmlformats.org/officeDocument/2006/relationships/tags" Target="../tags/tag263.xml"/><Relationship Id="rId20" Type="http://schemas.openxmlformats.org/officeDocument/2006/relationships/tags" Target="../tags/tag267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tags" Target="../tags/tag258.xml"/><Relationship Id="rId24" Type="http://schemas.openxmlformats.org/officeDocument/2006/relationships/image" Target="../media/image6.png"/><Relationship Id="rId5" Type="http://schemas.openxmlformats.org/officeDocument/2006/relationships/tags" Target="../tags/tag252.xml"/><Relationship Id="rId15" Type="http://schemas.openxmlformats.org/officeDocument/2006/relationships/tags" Target="../tags/tag262.xml"/><Relationship Id="rId23" Type="http://schemas.openxmlformats.org/officeDocument/2006/relationships/image" Target="../media/image5.png"/><Relationship Id="rId10" Type="http://schemas.openxmlformats.org/officeDocument/2006/relationships/tags" Target="../tags/tag257.xml"/><Relationship Id="rId19" Type="http://schemas.openxmlformats.org/officeDocument/2006/relationships/tags" Target="../tags/tag266.xml"/><Relationship Id="rId4" Type="http://schemas.openxmlformats.org/officeDocument/2006/relationships/tags" Target="../tags/tag251.xml"/><Relationship Id="rId9" Type="http://schemas.openxmlformats.org/officeDocument/2006/relationships/tags" Target="../tags/tag256.xml"/><Relationship Id="rId14" Type="http://schemas.openxmlformats.org/officeDocument/2006/relationships/tags" Target="../tags/tag261.xml"/><Relationship Id="rId22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82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12" Type="http://schemas.openxmlformats.org/officeDocument/2006/relationships/tags" Target="../tags/tag286.xml"/><Relationship Id="rId2" Type="http://schemas.openxmlformats.org/officeDocument/2006/relationships/tags" Target="../tags/tag276.xml"/><Relationship Id="rId16" Type="http://schemas.openxmlformats.org/officeDocument/2006/relationships/image" Target="../media/image12.png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tags" Target="../tags/tag285.xml"/><Relationship Id="rId5" Type="http://schemas.openxmlformats.org/officeDocument/2006/relationships/tags" Target="../tags/tag279.xml"/><Relationship Id="rId15" Type="http://schemas.openxmlformats.org/officeDocument/2006/relationships/image" Target="../media/image11.png"/><Relationship Id="rId10" Type="http://schemas.openxmlformats.org/officeDocument/2006/relationships/tags" Target="../tags/tag284.xml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4" Type="http://schemas.openxmlformats.org/officeDocument/2006/relationships/image" Target="../media/image10.jpe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tags" Target="../tags/tag289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tags" Target="../tags/tag290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300.xml"/><Relationship Id="rId3" Type="http://schemas.openxmlformats.org/officeDocument/2006/relationships/tags" Target="../tags/tag295.xml"/><Relationship Id="rId7" Type="http://schemas.openxmlformats.org/officeDocument/2006/relationships/tags" Target="../tags/tag299.xml"/><Relationship Id="rId12" Type="http://schemas.openxmlformats.org/officeDocument/2006/relationships/image" Target="../media/image13.jpeg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tags" Target="../tags/tag298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297.xml"/><Relationship Id="rId10" Type="http://schemas.openxmlformats.org/officeDocument/2006/relationships/tags" Target="../tags/tag302.xml"/><Relationship Id="rId4" Type="http://schemas.openxmlformats.org/officeDocument/2006/relationships/tags" Target="../tags/tag296.xml"/><Relationship Id="rId9" Type="http://schemas.openxmlformats.org/officeDocument/2006/relationships/tags" Target="../tags/tag301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310.xml"/><Relationship Id="rId13" Type="http://schemas.openxmlformats.org/officeDocument/2006/relationships/image" Target="../media/image14.png"/><Relationship Id="rId3" Type="http://schemas.openxmlformats.org/officeDocument/2006/relationships/tags" Target="../tags/tag305.xml"/><Relationship Id="rId7" Type="http://schemas.openxmlformats.org/officeDocument/2006/relationships/tags" Target="../tags/tag309.xml"/><Relationship Id="rId12" Type="http://schemas.openxmlformats.org/officeDocument/2006/relationships/slideMaster" Target="../slideMasters/slideMaster5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11" Type="http://schemas.openxmlformats.org/officeDocument/2006/relationships/tags" Target="../tags/tag313.xml"/><Relationship Id="rId5" Type="http://schemas.openxmlformats.org/officeDocument/2006/relationships/tags" Target="../tags/tag307.xml"/><Relationship Id="rId10" Type="http://schemas.openxmlformats.org/officeDocument/2006/relationships/tags" Target="../tags/tag312.xml"/><Relationship Id="rId4" Type="http://schemas.openxmlformats.org/officeDocument/2006/relationships/tags" Target="../tags/tag306.xml"/><Relationship Id="rId9" Type="http://schemas.openxmlformats.org/officeDocument/2006/relationships/tags" Target="../tags/tag311.xml"/><Relationship Id="rId14" Type="http://schemas.microsoft.com/office/2007/relationships/hdphoto" Target="../media/hdphoto1.wdp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16.xml"/><Relationship Id="rId7" Type="http://schemas.openxmlformats.org/officeDocument/2006/relationships/tags" Target="../tags/tag320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9" Type="http://schemas.openxmlformats.org/officeDocument/2006/relationships/image" Target="../media/image10.jpe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328.xml"/><Relationship Id="rId3" Type="http://schemas.openxmlformats.org/officeDocument/2006/relationships/tags" Target="../tags/tag323.xml"/><Relationship Id="rId7" Type="http://schemas.openxmlformats.org/officeDocument/2006/relationships/tags" Target="../tags/tag327.xml"/><Relationship Id="rId2" Type="http://schemas.openxmlformats.org/officeDocument/2006/relationships/tags" Target="../tags/tag322.xml"/><Relationship Id="rId1" Type="http://schemas.openxmlformats.org/officeDocument/2006/relationships/tags" Target="../tags/tag321.xml"/><Relationship Id="rId6" Type="http://schemas.openxmlformats.org/officeDocument/2006/relationships/tags" Target="../tags/tag326.xml"/><Relationship Id="rId11" Type="http://schemas.openxmlformats.org/officeDocument/2006/relationships/image" Target="../media/image10.jpeg"/><Relationship Id="rId5" Type="http://schemas.openxmlformats.org/officeDocument/2006/relationships/tags" Target="../tags/tag325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324.xml"/><Relationship Id="rId9" Type="http://schemas.openxmlformats.org/officeDocument/2006/relationships/tags" Target="../tags/tag32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332.xml"/><Relationship Id="rId7" Type="http://schemas.openxmlformats.org/officeDocument/2006/relationships/image" Target="../media/image10.jpeg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34.xml"/><Relationship Id="rId4" Type="http://schemas.openxmlformats.org/officeDocument/2006/relationships/tags" Target="../tags/tag33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6" Type="http://schemas.openxmlformats.org/officeDocument/2006/relationships/image" Target="../media/image10.jpeg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38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341.xml"/><Relationship Id="rId7" Type="http://schemas.openxmlformats.org/officeDocument/2006/relationships/image" Target="../media/image10.jpeg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43.xml"/><Relationship Id="rId4" Type="http://schemas.openxmlformats.org/officeDocument/2006/relationships/tags" Target="../tags/tag342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tags" Target="../tags/tag346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345.xml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357.xml"/><Relationship Id="rId13" Type="http://schemas.openxmlformats.org/officeDocument/2006/relationships/image" Target="../media/image11.png"/><Relationship Id="rId3" Type="http://schemas.openxmlformats.org/officeDocument/2006/relationships/tags" Target="../tags/tag352.xml"/><Relationship Id="rId7" Type="http://schemas.openxmlformats.org/officeDocument/2006/relationships/tags" Target="../tags/tag356.xml"/><Relationship Id="rId12" Type="http://schemas.openxmlformats.org/officeDocument/2006/relationships/image" Target="../media/image10.jpeg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6" Type="http://schemas.openxmlformats.org/officeDocument/2006/relationships/tags" Target="../tags/tag355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354.xml"/><Relationship Id="rId10" Type="http://schemas.openxmlformats.org/officeDocument/2006/relationships/tags" Target="../tags/tag359.xml"/><Relationship Id="rId4" Type="http://schemas.openxmlformats.org/officeDocument/2006/relationships/tags" Target="../tags/tag353.xml"/><Relationship Id="rId9" Type="http://schemas.openxmlformats.org/officeDocument/2006/relationships/tags" Target="../tags/tag358.xml"/><Relationship Id="rId14" Type="http://schemas.openxmlformats.org/officeDocument/2006/relationships/image" Target="../media/image12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13" Type="http://schemas.openxmlformats.org/officeDocument/2006/relationships/tags" Target="../tags/tag381.xml"/><Relationship Id="rId18" Type="http://schemas.openxmlformats.org/officeDocument/2006/relationships/tags" Target="../tags/tag386.xml"/><Relationship Id="rId3" Type="http://schemas.openxmlformats.org/officeDocument/2006/relationships/tags" Target="../tags/tag371.xml"/><Relationship Id="rId21" Type="http://schemas.openxmlformats.org/officeDocument/2006/relationships/image" Target="../media/image15.png"/><Relationship Id="rId7" Type="http://schemas.openxmlformats.org/officeDocument/2006/relationships/tags" Target="../tags/tag375.xml"/><Relationship Id="rId12" Type="http://schemas.openxmlformats.org/officeDocument/2006/relationships/tags" Target="../tags/tag380.xml"/><Relationship Id="rId17" Type="http://schemas.openxmlformats.org/officeDocument/2006/relationships/tags" Target="../tags/tag385.xml"/><Relationship Id="rId2" Type="http://schemas.openxmlformats.org/officeDocument/2006/relationships/tags" Target="../tags/tag370.xml"/><Relationship Id="rId16" Type="http://schemas.openxmlformats.org/officeDocument/2006/relationships/tags" Target="../tags/tag384.xml"/><Relationship Id="rId20" Type="http://schemas.openxmlformats.org/officeDocument/2006/relationships/slideMaster" Target="../slideMasters/slideMaster6.xml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11" Type="http://schemas.openxmlformats.org/officeDocument/2006/relationships/tags" Target="../tags/tag379.xml"/><Relationship Id="rId5" Type="http://schemas.openxmlformats.org/officeDocument/2006/relationships/tags" Target="../tags/tag373.xml"/><Relationship Id="rId15" Type="http://schemas.openxmlformats.org/officeDocument/2006/relationships/tags" Target="../tags/tag383.xml"/><Relationship Id="rId10" Type="http://schemas.openxmlformats.org/officeDocument/2006/relationships/tags" Target="../tags/tag378.xml"/><Relationship Id="rId19" Type="http://schemas.openxmlformats.org/officeDocument/2006/relationships/tags" Target="../tags/tag387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tags" Target="../tags/tag38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392.xml"/><Relationship Id="rId4" Type="http://schemas.openxmlformats.org/officeDocument/2006/relationships/tags" Target="../tags/tag391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400.xml"/><Relationship Id="rId13" Type="http://schemas.openxmlformats.org/officeDocument/2006/relationships/tags" Target="../tags/tag405.xml"/><Relationship Id="rId18" Type="http://schemas.openxmlformats.org/officeDocument/2006/relationships/slideMaster" Target="../slideMasters/slideMaster6.xml"/><Relationship Id="rId3" Type="http://schemas.openxmlformats.org/officeDocument/2006/relationships/tags" Target="../tags/tag395.xml"/><Relationship Id="rId7" Type="http://schemas.openxmlformats.org/officeDocument/2006/relationships/tags" Target="../tags/tag399.xml"/><Relationship Id="rId12" Type="http://schemas.openxmlformats.org/officeDocument/2006/relationships/tags" Target="../tags/tag404.xml"/><Relationship Id="rId17" Type="http://schemas.openxmlformats.org/officeDocument/2006/relationships/tags" Target="../tags/tag409.xml"/><Relationship Id="rId2" Type="http://schemas.openxmlformats.org/officeDocument/2006/relationships/tags" Target="../tags/tag394.xml"/><Relationship Id="rId16" Type="http://schemas.openxmlformats.org/officeDocument/2006/relationships/tags" Target="../tags/tag408.xml"/><Relationship Id="rId1" Type="http://schemas.openxmlformats.org/officeDocument/2006/relationships/tags" Target="../tags/tag393.xml"/><Relationship Id="rId6" Type="http://schemas.openxmlformats.org/officeDocument/2006/relationships/tags" Target="../tags/tag398.xml"/><Relationship Id="rId11" Type="http://schemas.openxmlformats.org/officeDocument/2006/relationships/tags" Target="../tags/tag403.xml"/><Relationship Id="rId5" Type="http://schemas.openxmlformats.org/officeDocument/2006/relationships/tags" Target="../tags/tag397.xml"/><Relationship Id="rId15" Type="http://schemas.openxmlformats.org/officeDocument/2006/relationships/tags" Target="../tags/tag407.xml"/><Relationship Id="rId10" Type="http://schemas.openxmlformats.org/officeDocument/2006/relationships/tags" Target="../tags/tag402.xml"/><Relationship Id="rId19" Type="http://schemas.openxmlformats.org/officeDocument/2006/relationships/image" Target="../media/image16.png"/><Relationship Id="rId4" Type="http://schemas.openxmlformats.org/officeDocument/2006/relationships/tags" Target="../tags/tag396.xml"/><Relationship Id="rId9" Type="http://schemas.openxmlformats.org/officeDocument/2006/relationships/tags" Target="../tags/tag401.xml"/><Relationship Id="rId14" Type="http://schemas.openxmlformats.org/officeDocument/2006/relationships/tags" Target="../tags/tag406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417.xml"/><Relationship Id="rId13" Type="http://schemas.openxmlformats.org/officeDocument/2006/relationships/tags" Target="../tags/tag422.xml"/><Relationship Id="rId18" Type="http://schemas.openxmlformats.org/officeDocument/2006/relationships/tags" Target="../tags/tag427.xml"/><Relationship Id="rId3" Type="http://schemas.openxmlformats.org/officeDocument/2006/relationships/tags" Target="../tags/tag412.xml"/><Relationship Id="rId7" Type="http://schemas.openxmlformats.org/officeDocument/2006/relationships/tags" Target="../tags/tag416.xml"/><Relationship Id="rId12" Type="http://schemas.openxmlformats.org/officeDocument/2006/relationships/tags" Target="../tags/tag421.xml"/><Relationship Id="rId17" Type="http://schemas.openxmlformats.org/officeDocument/2006/relationships/tags" Target="../tags/tag426.xml"/><Relationship Id="rId2" Type="http://schemas.openxmlformats.org/officeDocument/2006/relationships/tags" Target="../tags/tag411.xml"/><Relationship Id="rId16" Type="http://schemas.openxmlformats.org/officeDocument/2006/relationships/tags" Target="../tags/tag425.xml"/><Relationship Id="rId20" Type="http://schemas.openxmlformats.org/officeDocument/2006/relationships/image" Target="../media/image17.png"/><Relationship Id="rId1" Type="http://schemas.openxmlformats.org/officeDocument/2006/relationships/tags" Target="../tags/tag410.xml"/><Relationship Id="rId6" Type="http://schemas.openxmlformats.org/officeDocument/2006/relationships/tags" Target="../tags/tag415.xml"/><Relationship Id="rId11" Type="http://schemas.openxmlformats.org/officeDocument/2006/relationships/tags" Target="../tags/tag420.xml"/><Relationship Id="rId5" Type="http://schemas.openxmlformats.org/officeDocument/2006/relationships/tags" Target="../tags/tag414.xml"/><Relationship Id="rId15" Type="http://schemas.openxmlformats.org/officeDocument/2006/relationships/tags" Target="../tags/tag424.xml"/><Relationship Id="rId10" Type="http://schemas.openxmlformats.org/officeDocument/2006/relationships/tags" Target="../tags/tag419.xml"/><Relationship Id="rId19" Type="http://schemas.openxmlformats.org/officeDocument/2006/relationships/slideMaster" Target="../slideMasters/slideMaster6.xml"/><Relationship Id="rId4" Type="http://schemas.openxmlformats.org/officeDocument/2006/relationships/tags" Target="../tags/tag413.xml"/><Relationship Id="rId9" Type="http://schemas.openxmlformats.org/officeDocument/2006/relationships/tags" Target="../tags/tag418.xml"/><Relationship Id="rId14" Type="http://schemas.openxmlformats.org/officeDocument/2006/relationships/tags" Target="../tags/tag42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430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429.xml"/><Relationship Id="rId1" Type="http://schemas.openxmlformats.org/officeDocument/2006/relationships/tags" Target="../tags/tag428.xml"/><Relationship Id="rId6" Type="http://schemas.openxmlformats.org/officeDocument/2006/relationships/tags" Target="../tags/tag433.xml"/><Relationship Id="rId5" Type="http://schemas.openxmlformats.org/officeDocument/2006/relationships/tags" Target="../tags/tag432.xml"/><Relationship Id="rId4" Type="http://schemas.openxmlformats.org/officeDocument/2006/relationships/tags" Target="../tags/tag431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441.xml"/><Relationship Id="rId3" Type="http://schemas.openxmlformats.org/officeDocument/2006/relationships/tags" Target="../tags/tag436.xml"/><Relationship Id="rId7" Type="http://schemas.openxmlformats.org/officeDocument/2006/relationships/tags" Target="../tags/tag440.xml"/><Relationship Id="rId2" Type="http://schemas.openxmlformats.org/officeDocument/2006/relationships/tags" Target="../tags/tag435.xml"/><Relationship Id="rId1" Type="http://schemas.openxmlformats.org/officeDocument/2006/relationships/tags" Target="../tags/tag434.xml"/><Relationship Id="rId6" Type="http://schemas.openxmlformats.org/officeDocument/2006/relationships/tags" Target="../tags/tag439.xml"/><Relationship Id="rId5" Type="http://schemas.openxmlformats.org/officeDocument/2006/relationships/tags" Target="../tags/tag438.xml"/><Relationship Id="rId4" Type="http://schemas.openxmlformats.org/officeDocument/2006/relationships/tags" Target="../tags/tag437.xml"/><Relationship Id="rId9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" Type="http://schemas.openxmlformats.org/officeDocument/2006/relationships/tags" Target="../tags/tag442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44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tags" Target="../tags/tag446.xml"/><Relationship Id="rId4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451.xml"/><Relationship Id="rId2" Type="http://schemas.openxmlformats.org/officeDocument/2006/relationships/tags" Target="../tags/tag450.xml"/><Relationship Id="rId1" Type="http://schemas.openxmlformats.org/officeDocument/2006/relationships/tags" Target="../tags/tag449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45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tags" Target="../tags/tag455.xml"/><Relationship Id="rId2" Type="http://schemas.openxmlformats.org/officeDocument/2006/relationships/tags" Target="../tags/tag454.xml"/><Relationship Id="rId1" Type="http://schemas.openxmlformats.org/officeDocument/2006/relationships/tags" Target="../tags/tag453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457.xml"/><Relationship Id="rId4" Type="http://schemas.openxmlformats.org/officeDocument/2006/relationships/tags" Target="../tags/tag456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465.xml"/><Relationship Id="rId13" Type="http://schemas.openxmlformats.org/officeDocument/2006/relationships/tags" Target="../tags/tag470.xml"/><Relationship Id="rId18" Type="http://schemas.openxmlformats.org/officeDocument/2006/relationships/tags" Target="../tags/tag475.xml"/><Relationship Id="rId3" Type="http://schemas.openxmlformats.org/officeDocument/2006/relationships/tags" Target="../tags/tag460.xml"/><Relationship Id="rId7" Type="http://schemas.openxmlformats.org/officeDocument/2006/relationships/tags" Target="../tags/tag464.xml"/><Relationship Id="rId12" Type="http://schemas.openxmlformats.org/officeDocument/2006/relationships/tags" Target="../tags/tag469.xml"/><Relationship Id="rId17" Type="http://schemas.openxmlformats.org/officeDocument/2006/relationships/tags" Target="../tags/tag474.xml"/><Relationship Id="rId2" Type="http://schemas.openxmlformats.org/officeDocument/2006/relationships/tags" Target="../tags/tag459.xml"/><Relationship Id="rId16" Type="http://schemas.openxmlformats.org/officeDocument/2006/relationships/tags" Target="../tags/tag473.xml"/><Relationship Id="rId20" Type="http://schemas.openxmlformats.org/officeDocument/2006/relationships/image" Target="../media/image15.png"/><Relationship Id="rId1" Type="http://schemas.openxmlformats.org/officeDocument/2006/relationships/tags" Target="../tags/tag458.xml"/><Relationship Id="rId6" Type="http://schemas.openxmlformats.org/officeDocument/2006/relationships/tags" Target="../tags/tag463.xml"/><Relationship Id="rId11" Type="http://schemas.openxmlformats.org/officeDocument/2006/relationships/tags" Target="../tags/tag468.xml"/><Relationship Id="rId5" Type="http://schemas.openxmlformats.org/officeDocument/2006/relationships/tags" Target="../tags/tag462.xml"/><Relationship Id="rId15" Type="http://schemas.openxmlformats.org/officeDocument/2006/relationships/tags" Target="../tags/tag472.xml"/><Relationship Id="rId10" Type="http://schemas.openxmlformats.org/officeDocument/2006/relationships/tags" Target="../tags/tag467.xml"/><Relationship Id="rId19" Type="http://schemas.openxmlformats.org/officeDocument/2006/relationships/slideMaster" Target="../slideMasters/slideMaster6.xml"/><Relationship Id="rId4" Type="http://schemas.openxmlformats.org/officeDocument/2006/relationships/tags" Target="../tags/tag461.xml"/><Relationship Id="rId9" Type="http://schemas.openxmlformats.org/officeDocument/2006/relationships/tags" Target="../tags/tag466.xml"/><Relationship Id="rId14" Type="http://schemas.openxmlformats.org/officeDocument/2006/relationships/tags" Target="../tags/tag47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493.xml"/><Relationship Id="rId13" Type="http://schemas.openxmlformats.org/officeDocument/2006/relationships/tags" Target="../tags/tag498.xml"/><Relationship Id="rId18" Type="http://schemas.openxmlformats.org/officeDocument/2006/relationships/tags" Target="../tags/tag503.xml"/><Relationship Id="rId3" Type="http://schemas.openxmlformats.org/officeDocument/2006/relationships/tags" Target="../tags/tag488.xml"/><Relationship Id="rId21" Type="http://schemas.openxmlformats.org/officeDocument/2006/relationships/image" Target="../media/image18.png"/><Relationship Id="rId7" Type="http://schemas.openxmlformats.org/officeDocument/2006/relationships/tags" Target="../tags/tag492.xml"/><Relationship Id="rId12" Type="http://schemas.openxmlformats.org/officeDocument/2006/relationships/tags" Target="../tags/tag497.xml"/><Relationship Id="rId17" Type="http://schemas.openxmlformats.org/officeDocument/2006/relationships/tags" Target="../tags/tag502.xml"/><Relationship Id="rId2" Type="http://schemas.openxmlformats.org/officeDocument/2006/relationships/tags" Target="../tags/tag487.xml"/><Relationship Id="rId16" Type="http://schemas.openxmlformats.org/officeDocument/2006/relationships/tags" Target="../tags/tag501.xml"/><Relationship Id="rId20" Type="http://schemas.openxmlformats.org/officeDocument/2006/relationships/slideMaster" Target="../slideMasters/slideMaster7.xml"/><Relationship Id="rId1" Type="http://schemas.openxmlformats.org/officeDocument/2006/relationships/tags" Target="../tags/tag486.xml"/><Relationship Id="rId6" Type="http://schemas.openxmlformats.org/officeDocument/2006/relationships/tags" Target="../tags/tag491.xml"/><Relationship Id="rId11" Type="http://schemas.openxmlformats.org/officeDocument/2006/relationships/tags" Target="../tags/tag496.xml"/><Relationship Id="rId24" Type="http://schemas.openxmlformats.org/officeDocument/2006/relationships/image" Target="../media/image21.svg"/><Relationship Id="rId5" Type="http://schemas.openxmlformats.org/officeDocument/2006/relationships/tags" Target="../tags/tag490.xml"/><Relationship Id="rId15" Type="http://schemas.openxmlformats.org/officeDocument/2006/relationships/tags" Target="../tags/tag500.xml"/><Relationship Id="rId23" Type="http://schemas.openxmlformats.org/officeDocument/2006/relationships/image" Target="../media/image20.png"/><Relationship Id="rId10" Type="http://schemas.openxmlformats.org/officeDocument/2006/relationships/tags" Target="../tags/tag495.xml"/><Relationship Id="rId19" Type="http://schemas.openxmlformats.org/officeDocument/2006/relationships/tags" Target="../tags/tag504.xml"/><Relationship Id="rId4" Type="http://schemas.openxmlformats.org/officeDocument/2006/relationships/tags" Target="../tags/tag489.xml"/><Relationship Id="rId9" Type="http://schemas.openxmlformats.org/officeDocument/2006/relationships/tags" Target="../tags/tag494.xml"/><Relationship Id="rId14" Type="http://schemas.openxmlformats.org/officeDocument/2006/relationships/tags" Target="../tags/tag499.xml"/><Relationship Id="rId22" Type="http://schemas.openxmlformats.org/officeDocument/2006/relationships/image" Target="../media/image19.sv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tags" Target="../tags/tag512.xml"/><Relationship Id="rId3" Type="http://schemas.openxmlformats.org/officeDocument/2006/relationships/tags" Target="../tags/tag507.xml"/><Relationship Id="rId7" Type="http://schemas.openxmlformats.org/officeDocument/2006/relationships/tags" Target="../tags/tag511.xml"/><Relationship Id="rId2" Type="http://schemas.openxmlformats.org/officeDocument/2006/relationships/tags" Target="../tags/tag506.xml"/><Relationship Id="rId1" Type="http://schemas.openxmlformats.org/officeDocument/2006/relationships/tags" Target="../tags/tag505.xml"/><Relationship Id="rId6" Type="http://schemas.openxmlformats.org/officeDocument/2006/relationships/tags" Target="../tags/tag510.xml"/><Relationship Id="rId11" Type="http://schemas.openxmlformats.org/officeDocument/2006/relationships/slideMaster" Target="../slideMasters/slideMaster7.xml"/><Relationship Id="rId5" Type="http://schemas.openxmlformats.org/officeDocument/2006/relationships/tags" Target="../tags/tag509.xml"/><Relationship Id="rId10" Type="http://schemas.openxmlformats.org/officeDocument/2006/relationships/tags" Target="../tags/tag514.xml"/><Relationship Id="rId4" Type="http://schemas.openxmlformats.org/officeDocument/2006/relationships/tags" Target="../tags/tag508.xml"/><Relationship Id="rId9" Type="http://schemas.openxmlformats.org/officeDocument/2006/relationships/tags" Target="../tags/tag513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522.xml"/><Relationship Id="rId3" Type="http://schemas.openxmlformats.org/officeDocument/2006/relationships/tags" Target="../tags/tag517.xml"/><Relationship Id="rId7" Type="http://schemas.openxmlformats.org/officeDocument/2006/relationships/tags" Target="../tags/tag521.xml"/><Relationship Id="rId12" Type="http://schemas.openxmlformats.org/officeDocument/2006/relationships/slideMaster" Target="../slideMasters/slideMaster7.xml"/><Relationship Id="rId2" Type="http://schemas.openxmlformats.org/officeDocument/2006/relationships/tags" Target="../tags/tag516.xml"/><Relationship Id="rId1" Type="http://schemas.openxmlformats.org/officeDocument/2006/relationships/tags" Target="../tags/tag515.xml"/><Relationship Id="rId6" Type="http://schemas.openxmlformats.org/officeDocument/2006/relationships/tags" Target="../tags/tag520.xml"/><Relationship Id="rId11" Type="http://schemas.openxmlformats.org/officeDocument/2006/relationships/tags" Target="../tags/tag525.xml"/><Relationship Id="rId5" Type="http://schemas.openxmlformats.org/officeDocument/2006/relationships/tags" Target="../tags/tag519.xml"/><Relationship Id="rId10" Type="http://schemas.openxmlformats.org/officeDocument/2006/relationships/tags" Target="../tags/tag524.xml"/><Relationship Id="rId4" Type="http://schemas.openxmlformats.org/officeDocument/2006/relationships/tags" Target="../tags/tag518.xml"/><Relationship Id="rId9" Type="http://schemas.openxmlformats.org/officeDocument/2006/relationships/tags" Target="../tags/tag523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tags" Target="../tags/tag533.xml"/><Relationship Id="rId13" Type="http://schemas.openxmlformats.org/officeDocument/2006/relationships/tags" Target="../tags/tag538.xml"/><Relationship Id="rId18" Type="http://schemas.openxmlformats.org/officeDocument/2006/relationships/tags" Target="../tags/tag543.xml"/><Relationship Id="rId3" Type="http://schemas.openxmlformats.org/officeDocument/2006/relationships/tags" Target="../tags/tag528.xml"/><Relationship Id="rId21" Type="http://schemas.openxmlformats.org/officeDocument/2006/relationships/image" Target="../media/image23.svg"/><Relationship Id="rId7" Type="http://schemas.openxmlformats.org/officeDocument/2006/relationships/tags" Target="../tags/tag532.xml"/><Relationship Id="rId12" Type="http://schemas.openxmlformats.org/officeDocument/2006/relationships/tags" Target="../tags/tag537.xml"/><Relationship Id="rId17" Type="http://schemas.openxmlformats.org/officeDocument/2006/relationships/tags" Target="../tags/tag542.xml"/><Relationship Id="rId2" Type="http://schemas.openxmlformats.org/officeDocument/2006/relationships/tags" Target="../tags/tag527.xml"/><Relationship Id="rId16" Type="http://schemas.openxmlformats.org/officeDocument/2006/relationships/tags" Target="../tags/tag541.xml"/><Relationship Id="rId20" Type="http://schemas.openxmlformats.org/officeDocument/2006/relationships/image" Target="../media/image22.png"/><Relationship Id="rId1" Type="http://schemas.openxmlformats.org/officeDocument/2006/relationships/tags" Target="../tags/tag526.xml"/><Relationship Id="rId6" Type="http://schemas.openxmlformats.org/officeDocument/2006/relationships/tags" Target="../tags/tag531.xml"/><Relationship Id="rId11" Type="http://schemas.openxmlformats.org/officeDocument/2006/relationships/tags" Target="../tags/tag536.xml"/><Relationship Id="rId5" Type="http://schemas.openxmlformats.org/officeDocument/2006/relationships/tags" Target="../tags/tag530.xml"/><Relationship Id="rId15" Type="http://schemas.openxmlformats.org/officeDocument/2006/relationships/tags" Target="../tags/tag540.xml"/><Relationship Id="rId23" Type="http://schemas.openxmlformats.org/officeDocument/2006/relationships/image" Target="../media/image24.svg"/><Relationship Id="rId10" Type="http://schemas.openxmlformats.org/officeDocument/2006/relationships/tags" Target="../tags/tag535.xml"/><Relationship Id="rId19" Type="http://schemas.openxmlformats.org/officeDocument/2006/relationships/slideMaster" Target="../slideMasters/slideMaster7.xml"/><Relationship Id="rId4" Type="http://schemas.openxmlformats.org/officeDocument/2006/relationships/tags" Target="../tags/tag529.xml"/><Relationship Id="rId9" Type="http://schemas.openxmlformats.org/officeDocument/2006/relationships/tags" Target="../tags/tag534.xml"/><Relationship Id="rId14" Type="http://schemas.openxmlformats.org/officeDocument/2006/relationships/tags" Target="../tags/tag539.xml"/><Relationship Id="rId22" Type="http://schemas.openxmlformats.org/officeDocument/2006/relationships/image" Target="../media/image20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551.xml"/><Relationship Id="rId3" Type="http://schemas.openxmlformats.org/officeDocument/2006/relationships/tags" Target="../tags/tag546.xml"/><Relationship Id="rId7" Type="http://schemas.openxmlformats.org/officeDocument/2006/relationships/tags" Target="../tags/tag550.xml"/><Relationship Id="rId12" Type="http://schemas.openxmlformats.org/officeDocument/2006/relationships/slideMaster" Target="../slideMasters/slideMaster7.xml"/><Relationship Id="rId2" Type="http://schemas.openxmlformats.org/officeDocument/2006/relationships/tags" Target="../tags/tag545.xml"/><Relationship Id="rId1" Type="http://schemas.openxmlformats.org/officeDocument/2006/relationships/tags" Target="../tags/tag544.xml"/><Relationship Id="rId6" Type="http://schemas.openxmlformats.org/officeDocument/2006/relationships/tags" Target="../tags/tag549.xml"/><Relationship Id="rId11" Type="http://schemas.openxmlformats.org/officeDocument/2006/relationships/tags" Target="../tags/tag554.xml"/><Relationship Id="rId5" Type="http://schemas.openxmlformats.org/officeDocument/2006/relationships/tags" Target="../tags/tag548.xml"/><Relationship Id="rId10" Type="http://schemas.openxmlformats.org/officeDocument/2006/relationships/tags" Target="../tags/tag553.xml"/><Relationship Id="rId4" Type="http://schemas.openxmlformats.org/officeDocument/2006/relationships/tags" Target="../tags/tag547.xml"/><Relationship Id="rId9" Type="http://schemas.openxmlformats.org/officeDocument/2006/relationships/tags" Target="../tags/tag552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562.xml"/><Relationship Id="rId13" Type="http://schemas.openxmlformats.org/officeDocument/2006/relationships/tags" Target="../tags/tag567.xml"/><Relationship Id="rId3" Type="http://schemas.openxmlformats.org/officeDocument/2006/relationships/tags" Target="../tags/tag557.xml"/><Relationship Id="rId7" Type="http://schemas.openxmlformats.org/officeDocument/2006/relationships/tags" Target="../tags/tag561.xml"/><Relationship Id="rId12" Type="http://schemas.openxmlformats.org/officeDocument/2006/relationships/tags" Target="../tags/tag566.xml"/><Relationship Id="rId2" Type="http://schemas.openxmlformats.org/officeDocument/2006/relationships/tags" Target="../tags/tag556.xml"/><Relationship Id="rId1" Type="http://schemas.openxmlformats.org/officeDocument/2006/relationships/tags" Target="../tags/tag555.xml"/><Relationship Id="rId6" Type="http://schemas.openxmlformats.org/officeDocument/2006/relationships/tags" Target="../tags/tag560.xml"/><Relationship Id="rId11" Type="http://schemas.openxmlformats.org/officeDocument/2006/relationships/tags" Target="../tags/tag565.xml"/><Relationship Id="rId5" Type="http://schemas.openxmlformats.org/officeDocument/2006/relationships/tags" Target="../tags/tag559.xml"/><Relationship Id="rId10" Type="http://schemas.openxmlformats.org/officeDocument/2006/relationships/tags" Target="../tags/tag564.xml"/><Relationship Id="rId4" Type="http://schemas.openxmlformats.org/officeDocument/2006/relationships/tags" Target="../tags/tag558.xml"/><Relationship Id="rId9" Type="http://schemas.openxmlformats.org/officeDocument/2006/relationships/tags" Target="../tags/tag563.xml"/><Relationship Id="rId14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575.xml"/><Relationship Id="rId3" Type="http://schemas.openxmlformats.org/officeDocument/2006/relationships/tags" Target="../tags/tag570.xml"/><Relationship Id="rId7" Type="http://schemas.openxmlformats.org/officeDocument/2006/relationships/tags" Target="../tags/tag574.xml"/><Relationship Id="rId2" Type="http://schemas.openxmlformats.org/officeDocument/2006/relationships/tags" Target="../tags/tag569.xml"/><Relationship Id="rId1" Type="http://schemas.openxmlformats.org/officeDocument/2006/relationships/tags" Target="../tags/tag568.xml"/><Relationship Id="rId6" Type="http://schemas.openxmlformats.org/officeDocument/2006/relationships/tags" Target="../tags/tag573.xml"/><Relationship Id="rId5" Type="http://schemas.openxmlformats.org/officeDocument/2006/relationships/tags" Target="../tags/tag572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571.xml"/><Relationship Id="rId9" Type="http://schemas.openxmlformats.org/officeDocument/2006/relationships/tags" Target="../tags/tag576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579.xml"/><Relationship Id="rId2" Type="http://schemas.openxmlformats.org/officeDocument/2006/relationships/tags" Target="../tags/tag578.xml"/><Relationship Id="rId1" Type="http://schemas.openxmlformats.org/officeDocument/2006/relationships/tags" Target="../tags/tag577.xml"/><Relationship Id="rId5" Type="http://schemas.openxmlformats.org/officeDocument/2006/relationships/slideMaster" Target="../slideMasters/slideMaster7.xml"/><Relationship Id="rId4" Type="http://schemas.openxmlformats.org/officeDocument/2006/relationships/tags" Target="../tags/tag580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tags" Target="../tags/tag583.xml"/><Relationship Id="rId2" Type="http://schemas.openxmlformats.org/officeDocument/2006/relationships/tags" Target="../tags/tag582.xml"/><Relationship Id="rId1" Type="http://schemas.openxmlformats.org/officeDocument/2006/relationships/tags" Target="../tags/tag581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585.xml"/><Relationship Id="rId4" Type="http://schemas.openxmlformats.org/officeDocument/2006/relationships/tags" Target="../tags/tag584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tags" Target="../tags/tag593.xml"/><Relationship Id="rId3" Type="http://schemas.openxmlformats.org/officeDocument/2006/relationships/tags" Target="../tags/tag588.xml"/><Relationship Id="rId7" Type="http://schemas.openxmlformats.org/officeDocument/2006/relationships/tags" Target="../tags/tag592.xml"/><Relationship Id="rId2" Type="http://schemas.openxmlformats.org/officeDocument/2006/relationships/tags" Target="../tags/tag587.xml"/><Relationship Id="rId1" Type="http://schemas.openxmlformats.org/officeDocument/2006/relationships/tags" Target="../tags/tag586.xml"/><Relationship Id="rId6" Type="http://schemas.openxmlformats.org/officeDocument/2006/relationships/tags" Target="../tags/tag591.xml"/><Relationship Id="rId11" Type="http://schemas.openxmlformats.org/officeDocument/2006/relationships/slideMaster" Target="../slideMasters/slideMaster7.xml"/><Relationship Id="rId5" Type="http://schemas.openxmlformats.org/officeDocument/2006/relationships/tags" Target="../tags/tag590.xml"/><Relationship Id="rId10" Type="http://schemas.openxmlformats.org/officeDocument/2006/relationships/tags" Target="../tags/tag595.xml"/><Relationship Id="rId4" Type="http://schemas.openxmlformats.org/officeDocument/2006/relationships/tags" Target="../tags/tag589.xml"/><Relationship Id="rId9" Type="http://schemas.openxmlformats.org/officeDocument/2006/relationships/tags" Target="../tags/tag594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tags" Target="../tags/tag603.xml"/><Relationship Id="rId13" Type="http://schemas.openxmlformats.org/officeDocument/2006/relationships/tags" Target="../tags/tag608.xml"/><Relationship Id="rId18" Type="http://schemas.openxmlformats.org/officeDocument/2006/relationships/image" Target="../media/image25.svg"/><Relationship Id="rId3" Type="http://schemas.openxmlformats.org/officeDocument/2006/relationships/tags" Target="../tags/tag598.xml"/><Relationship Id="rId7" Type="http://schemas.openxmlformats.org/officeDocument/2006/relationships/tags" Target="../tags/tag602.xml"/><Relationship Id="rId12" Type="http://schemas.openxmlformats.org/officeDocument/2006/relationships/tags" Target="../tags/tag607.xml"/><Relationship Id="rId17" Type="http://schemas.openxmlformats.org/officeDocument/2006/relationships/image" Target="../media/image18.png"/><Relationship Id="rId2" Type="http://schemas.openxmlformats.org/officeDocument/2006/relationships/tags" Target="../tags/tag597.xml"/><Relationship Id="rId16" Type="http://schemas.openxmlformats.org/officeDocument/2006/relationships/slideMaster" Target="../slideMasters/slideMaster7.xml"/><Relationship Id="rId20" Type="http://schemas.openxmlformats.org/officeDocument/2006/relationships/image" Target="../media/image21.svg"/><Relationship Id="rId1" Type="http://schemas.openxmlformats.org/officeDocument/2006/relationships/tags" Target="../tags/tag596.xml"/><Relationship Id="rId6" Type="http://schemas.openxmlformats.org/officeDocument/2006/relationships/tags" Target="../tags/tag601.xml"/><Relationship Id="rId11" Type="http://schemas.openxmlformats.org/officeDocument/2006/relationships/tags" Target="../tags/tag606.xml"/><Relationship Id="rId5" Type="http://schemas.openxmlformats.org/officeDocument/2006/relationships/tags" Target="../tags/tag600.xml"/><Relationship Id="rId15" Type="http://schemas.openxmlformats.org/officeDocument/2006/relationships/tags" Target="../tags/tag610.xml"/><Relationship Id="rId10" Type="http://schemas.openxmlformats.org/officeDocument/2006/relationships/tags" Target="../tags/tag605.xml"/><Relationship Id="rId19" Type="http://schemas.openxmlformats.org/officeDocument/2006/relationships/image" Target="../media/image20.png"/><Relationship Id="rId4" Type="http://schemas.openxmlformats.org/officeDocument/2006/relationships/tags" Target="../tags/tag599.xml"/><Relationship Id="rId9" Type="http://schemas.openxmlformats.org/officeDocument/2006/relationships/tags" Target="../tags/tag604.xml"/><Relationship Id="rId14" Type="http://schemas.openxmlformats.org/officeDocument/2006/relationships/tags" Target="../tags/tag60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tags" Target="../tags/tag627.xml"/><Relationship Id="rId3" Type="http://schemas.openxmlformats.org/officeDocument/2006/relationships/tags" Target="../tags/tag622.xml"/><Relationship Id="rId7" Type="http://schemas.openxmlformats.org/officeDocument/2006/relationships/tags" Target="../tags/tag626.xml"/><Relationship Id="rId12" Type="http://schemas.openxmlformats.org/officeDocument/2006/relationships/image" Target="../media/image28.png"/><Relationship Id="rId2" Type="http://schemas.openxmlformats.org/officeDocument/2006/relationships/tags" Target="../tags/tag621.xml"/><Relationship Id="rId1" Type="http://schemas.openxmlformats.org/officeDocument/2006/relationships/tags" Target="../tags/tag620.xml"/><Relationship Id="rId6" Type="http://schemas.openxmlformats.org/officeDocument/2006/relationships/tags" Target="../tags/tag625.xml"/><Relationship Id="rId11" Type="http://schemas.openxmlformats.org/officeDocument/2006/relationships/image" Target="../media/image27.png"/><Relationship Id="rId5" Type="http://schemas.openxmlformats.org/officeDocument/2006/relationships/tags" Target="../tags/tag624.xml"/><Relationship Id="rId10" Type="http://schemas.openxmlformats.org/officeDocument/2006/relationships/slideMaster" Target="../slideMasters/slideMaster8.xml"/><Relationship Id="rId4" Type="http://schemas.openxmlformats.org/officeDocument/2006/relationships/tags" Target="../tags/tag623.xml"/><Relationship Id="rId9" Type="http://schemas.openxmlformats.org/officeDocument/2006/relationships/tags" Target="../tags/tag628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tags" Target="../tags/tag631.xml"/><Relationship Id="rId2" Type="http://schemas.openxmlformats.org/officeDocument/2006/relationships/tags" Target="../tags/tag630.xml"/><Relationship Id="rId1" Type="http://schemas.openxmlformats.org/officeDocument/2006/relationships/tags" Target="../tags/tag629.xml"/><Relationship Id="rId6" Type="http://schemas.openxmlformats.org/officeDocument/2006/relationships/slideMaster" Target="../slideMasters/slideMaster8.xml"/><Relationship Id="rId5" Type="http://schemas.openxmlformats.org/officeDocument/2006/relationships/tags" Target="../tags/tag633.xml"/><Relationship Id="rId4" Type="http://schemas.openxmlformats.org/officeDocument/2006/relationships/tags" Target="../tags/tag632.xml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tags" Target="../tags/tag641.xml"/><Relationship Id="rId13" Type="http://schemas.openxmlformats.org/officeDocument/2006/relationships/image" Target="../media/image31.png"/><Relationship Id="rId3" Type="http://schemas.openxmlformats.org/officeDocument/2006/relationships/tags" Target="../tags/tag636.xml"/><Relationship Id="rId7" Type="http://schemas.openxmlformats.org/officeDocument/2006/relationships/tags" Target="../tags/tag640.xml"/><Relationship Id="rId12" Type="http://schemas.openxmlformats.org/officeDocument/2006/relationships/image" Target="../media/image30.png"/><Relationship Id="rId2" Type="http://schemas.openxmlformats.org/officeDocument/2006/relationships/tags" Target="../tags/tag635.xml"/><Relationship Id="rId1" Type="http://schemas.openxmlformats.org/officeDocument/2006/relationships/tags" Target="../tags/tag634.xml"/><Relationship Id="rId6" Type="http://schemas.openxmlformats.org/officeDocument/2006/relationships/tags" Target="../tags/tag639.xml"/><Relationship Id="rId11" Type="http://schemas.openxmlformats.org/officeDocument/2006/relationships/image" Target="../media/image29.png"/><Relationship Id="rId5" Type="http://schemas.openxmlformats.org/officeDocument/2006/relationships/tags" Target="../tags/tag638.xml"/><Relationship Id="rId10" Type="http://schemas.openxmlformats.org/officeDocument/2006/relationships/slideMaster" Target="../slideMasters/slideMaster8.xml"/><Relationship Id="rId4" Type="http://schemas.openxmlformats.org/officeDocument/2006/relationships/tags" Target="../tags/tag637.xml"/><Relationship Id="rId9" Type="http://schemas.openxmlformats.org/officeDocument/2006/relationships/tags" Target="../tags/tag642.xml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tags" Target="../tags/tag650.xml"/><Relationship Id="rId13" Type="http://schemas.openxmlformats.org/officeDocument/2006/relationships/image" Target="../media/image30.png"/><Relationship Id="rId3" Type="http://schemas.openxmlformats.org/officeDocument/2006/relationships/tags" Target="../tags/tag645.xml"/><Relationship Id="rId7" Type="http://schemas.openxmlformats.org/officeDocument/2006/relationships/tags" Target="../tags/tag649.xml"/><Relationship Id="rId12" Type="http://schemas.openxmlformats.org/officeDocument/2006/relationships/image" Target="../media/image33.png"/><Relationship Id="rId2" Type="http://schemas.openxmlformats.org/officeDocument/2006/relationships/tags" Target="../tags/tag644.xml"/><Relationship Id="rId1" Type="http://schemas.openxmlformats.org/officeDocument/2006/relationships/tags" Target="../tags/tag643.xml"/><Relationship Id="rId6" Type="http://schemas.openxmlformats.org/officeDocument/2006/relationships/tags" Target="../tags/tag648.xml"/><Relationship Id="rId11" Type="http://schemas.microsoft.com/office/2007/relationships/hdphoto" Target="../media/hdphoto2.wdp"/><Relationship Id="rId5" Type="http://schemas.openxmlformats.org/officeDocument/2006/relationships/tags" Target="../tags/tag647.xml"/><Relationship Id="rId10" Type="http://schemas.openxmlformats.org/officeDocument/2006/relationships/image" Target="../media/image32.png"/><Relationship Id="rId4" Type="http://schemas.openxmlformats.org/officeDocument/2006/relationships/tags" Target="../tags/tag646.xml"/><Relationship Id="rId9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tags" Target="../tags/tag653.xml"/><Relationship Id="rId7" Type="http://schemas.openxmlformats.org/officeDocument/2006/relationships/slideMaster" Target="../slideMasters/slideMaster8.xml"/><Relationship Id="rId2" Type="http://schemas.openxmlformats.org/officeDocument/2006/relationships/tags" Target="../tags/tag652.xml"/><Relationship Id="rId1" Type="http://schemas.openxmlformats.org/officeDocument/2006/relationships/tags" Target="../tags/tag651.xml"/><Relationship Id="rId6" Type="http://schemas.openxmlformats.org/officeDocument/2006/relationships/tags" Target="../tags/tag656.xml"/><Relationship Id="rId5" Type="http://schemas.openxmlformats.org/officeDocument/2006/relationships/tags" Target="../tags/tag655.xml"/><Relationship Id="rId4" Type="http://schemas.openxmlformats.org/officeDocument/2006/relationships/tags" Target="../tags/tag654.xml"/></Relationships>
</file>

<file path=ppt/slideLayouts/_rels/slideLayout90.xml.rels><?xml version="1.0" encoding="UTF-8" standalone="yes"?>
<Relationships xmlns="http://schemas.openxmlformats.org/package/2006/relationships"><Relationship Id="rId8" Type="http://schemas.openxmlformats.org/officeDocument/2006/relationships/tags" Target="../tags/tag664.xml"/><Relationship Id="rId3" Type="http://schemas.openxmlformats.org/officeDocument/2006/relationships/tags" Target="../tags/tag659.xml"/><Relationship Id="rId7" Type="http://schemas.openxmlformats.org/officeDocument/2006/relationships/tags" Target="../tags/tag663.xml"/><Relationship Id="rId2" Type="http://schemas.openxmlformats.org/officeDocument/2006/relationships/tags" Target="../tags/tag658.xml"/><Relationship Id="rId1" Type="http://schemas.openxmlformats.org/officeDocument/2006/relationships/tags" Target="../tags/tag657.xml"/><Relationship Id="rId6" Type="http://schemas.openxmlformats.org/officeDocument/2006/relationships/tags" Target="../tags/tag662.xml"/><Relationship Id="rId5" Type="http://schemas.openxmlformats.org/officeDocument/2006/relationships/tags" Target="../tags/tag661.xml"/><Relationship Id="rId4" Type="http://schemas.openxmlformats.org/officeDocument/2006/relationships/tags" Target="../tags/tag660.xml"/><Relationship Id="rId9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" Type="http://schemas.openxmlformats.org/officeDocument/2006/relationships/tags" Target="../tags/tag665.xml"/><Relationship Id="rId5" Type="http://schemas.openxmlformats.org/officeDocument/2006/relationships/slideMaster" Target="../slideMasters/slideMaster8.xml"/><Relationship Id="rId4" Type="http://schemas.openxmlformats.org/officeDocument/2006/relationships/tags" Target="../tags/tag668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tags" Target="../tags/tag671.xml"/><Relationship Id="rId2" Type="http://schemas.openxmlformats.org/officeDocument/2006/relationships/tags" Target="../tags/tag670.xml"/><Relationship Id="rId1" Type="http://schemas.openxmlformats.org/officeDocument/2006/relationships/tags" Target="../tags/tag669.xml"/><Relationship Id="rId4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" Type="http://schemas.openxmlformats.org/officeDocument/2006/relationships/tags" Target="../tags/tag672.xml"/><Relationship Id="rId5" Type="http://schemas.openxmlformats.org/officeDocument/2006/relationships/slideMaster" Target="../slideMasters/slideMaster8.xml"/><Relationship Id="rId4" Type="http://schemas.openxmlformats.org/officeDocument/2006/relationships/tags" Target="../tags/tag675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tags" Target="../tags/tag678.xml"/><Relationship Id="rId2" Type="http://schemas.openxmlformats.org/officeDocument/2006/relationships/tags" Target="../tags/tag677.xml"/><Relationship Id="rId1" Type="http://schemas.openxmlformats.org/officeDocument/2006/relationships/tags" Target="../tags/tag676.xml"/><Relationship Id="rId6" Type="http://schemas.openxmlformats.org/officeDocument/2006/relationships/slideMaster" Target="../slideMasters/slideMaster8.xml"/><Relationship Id="rId5" Type="http://schemas.openxmlformats.org/officeDocument/2006/relationships/tags" Target="../tags/tag680.xml"/><Relationship Id="rId4" Type="http://schemas.openxmlformats.org/officeDocument/2006/relationships/tags" Target="../tags/tag679.xml"/></Relationships>
</file>

<file path=ppt/slideLayouts/_rels/slideLayout95.xml.rels><?xml version="1.0" encoding="UTF-8" standalone="yes"?>
<Relationships xmlns="http://schemas.openxmlformats.org/package/2006/relationships"><Relationship Id="rId8" Type="http://schemas.openxmlformats.org/officeDocument/2006/relationships/tags" Target="../tags/tag688.xml"/><Relationship Id="rId3" Type="http://schemas.openxmlformats.org/officeDocument/2006/relationships/tags" Target="../tags/tag683.xml"/><Relationship Id="rId7" Type="http://schemas.openxmlformats.org/officeDocument/2006/relationships/tags" Target="../tags/tag687.xml"/><Relationship Id="rId2" Type="http://schemas.openxmlformats.org/officeDocument/2006/relationships/tags" Target="../tags/tag682.xml"/><Relationship Id="rId1" Type="http://schemas.openxmlformats.org/officeDocument/2006/relationships/tags" Target="../tags/tag681.xml"/><Relationship Id="rId6" Type="http://schemas.openxmlformats.org/officeDocument/2006/relationships/tags" Target="../tags/tag686.xml"/><Relationship Id="rId11" Type="http://schemas.openxmlformats.org/officeDocument/2006/relationships/image" Target="../media/image28.png"/><Relationship Id="rId5" Type="http://schemas.openxmlformats.org/officeDocument/2006/relationships/tags" Target="../tags/tag685.xml"/><Relationship Id="rId10" Type="http://schemas.openxmlformats.org/officeDocument/2006/relationships/image" Target="../media/image27.png"/><Relationship Id="rId4" Type="http://schemas.openxmlformats.org/officeDocument/2006/relationships/tags" Target="../tags/tag684.xml"/><Relationship Id="rId9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14923" y="1742132"/>
            <a:ext cx="10777077" cy="51158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94690" y="1306195"/>
            <a:ext cx="6951980" cy="24491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694690" y="4182110"/>
            <a:ext cx="3918585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@png_b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2551882"/>
            <a:ext cx="7341844" cy="43029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14416" y="1303507"/>
            <a:ext cx="2880000" cy="2346658"/>
          </a:xfrm>
        </p:spPr>
        <p:txBody>
          <a:bodyPr anchor="ctr">
            <a:normAutofit/>
          </a:bodyPr>
          <a:lstStyle>
            <a:lvl1pPr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87730" y="1496287"/>
            <a:ext cx="9204270" cy="53584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322070" y="3168015"/>
            <a:ext cx="8319770" cy="2193925"/>
          </a:xfrm>
        </p:spPr>
        <p:txBody>
          <a:bodyPr anchor="t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322070" y="1767840"/>
            <a:ext cx="8319770" cy="122428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8000" b="1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1"/>
            </p:custDataLst>
          </p:nvPr>
        </p:nvSpPr>
        <p:spPr>
          <a:xfrm>
            <a:off x="694799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2"/>
            </p:custDataLst>
          </p:nvPr>
        </p:nvSpPr>
        <p:spPr>
          <a:xfrm>
            <a:off x="6313200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4800" y="1277189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2"/>
            </p:custDataLst>
          </p:nvPr>
        </p:nvSpPr>
        <p:spPr>
          <a:xfrm>
            <a:off x="694800" y="1916723"/>
            <a:ext cx="5157787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311612" y="1277189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4"/>
            </p:custDataLst>
          </p:nvPr>
        </p:nvSpPr>
        <p:spPr>
          <a:xfrm>
            <a:off x="6311612" y="1916723"/>
            <a:ext cx="518318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85800" y="360000"/>
            <a:ext cx="10814050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4799" y="1266825"/>
            <a:ext cx="10805051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00300" y="1409248"/>
            <a:ext cx="9791699" cy="54487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94799" y="1954800"/>
            <a:ext cx="6094800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694690" y="4182110"/>
            <a:ext cx="3918585" cy="50419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9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 userDrawn="1">
            <p:custDataLst>
              <p:tags r:id="rId1"/>
            </p:custDataLst>
          </p:nvPr>
        </p:nvCxnSpPr>
        <p:spPr>
          <a:xfrm>
            <a:off x="9105265" y="58674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2"/>
            </p:custDataLst>
          </p:nvPr>
        </p:nvCxnSpPr>
        <p:spPr>
          <a:xfrm>
            <a:off x="9105265" y="64516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3"/>
            </p:custDataLst>
          </p:nvPr>
        </p:nvCxnSpPr>
        <p:spPr>
          <a:xfrm>
            <a:off x="9105265" y="70358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副标题"/>
          <p:cNvSpPr>
            <a:spLocks noGrp="1"/>
          </p:cNvSpPr>
          <p:nvPr>
            <p:ph type="body" idx="32" hasCustomPrompt="1"/>
            <p:custDataLst>
              <p:tags r:id="rId4"/>
            </p:custDataLst>
          </p:nvPr>
        </p:nvSpPr>
        <p:spPr>
          <a:xfrm>
            <a:off x="1689735" y="2755316"/>
            <a:ext cx="7549515" cy="67754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7" name="标题"/>
          <p:cNvSpPr>
            <a:spLocks noGrp="1"/>
          </p:cNvSpPr>
          <p:nvPr>
            <p:ph type="title" idx="31" hasCustomPrompt="1"/>
            <p:custDataLst>
              <p:tags r:id="rId5"/>
            </p:custDataLst>
          </p:nvPr>
        </p:nvSpPr>
        <p:spPr>
          <a:xfrm>
            <a:off x="1689735" y="98425"/>
            <a:ext cx="9169400" cy="26536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1" name="椭圆 10"/>
          <p:cNvSpPr/>
          <p:nvPr userDrawn="1">
            <p:custDataLst>
              <p:tags r:id="rId6"/>
            </p:custDataLst>
          </p:nvPr>
        </p:nvSpPr>
        <p:spPr>
          <a:xfrm>
            <a:off x="2440305" y="3308985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椭圆 34"/>
          <p:cNvSpPr/>
          <p:nvPr userDrawn="1">
            <p:custDataLst>
              <p:tags r:id="rId10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任意多边形 2"/>
          <p:cNvSpPr/>
          <p:nvPr userDrawn="1">
            <p:custDataLst>
              <p:tags r:id="rId11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任意多边形 39"/>
          <p:cNvSpPr/>
          <p:nvPr userDrawn="1">
            <p:custDataLst>
              <p:tags r:id="rId12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任意多边形 40"/>
          <p:cNvSpPr/>
          <p:nvPr userDrawn="1">
            <p:custDataLst>
              <p:tags r:id="rId13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任意多边形 41"/>
          <p:cNvSpPr/>
          <p:nvPr userDrawn="1">
            <p:custDataLst>
              <p:tags r:id="rId14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椭圆 42"/>
          <p:cNvSpPr/>
          <p:nvPr userDrawn="1">
            <p:custDataLst>
              <p:tags r:id="rId15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椭圆 43"/>
          <p:cNvSpPr/>
          <p:nvPr userDrawn="1">
            <p:custDataLst>
              <p:tags r:id="rId16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椭圆 44"/>
          <p:cNvSpPr/>
          <p:nvPr userDrawn="1">
            <p:custDataLst>
              <p:tags r:id="rId17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783715" y="3472865"/>
            <a:ext cx="1574800" cy="4559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矩形: 剪去对角 8"/>
          <p:cNvSpPr/>
          <p:nvPr userDrawn="1">
            <p:custDataLst>
              <p:tags r:id="rId19"/>
            </p:custDataLst>
          </p:nvPr>
        </p:nvSpPr>
        <p:spPr>
          <a:xfrm>
            <a:off x="1783715" y="3485564"/>
            <a:ext cx="1574800" cy="455930"/>
          </a:xfrm>
          <a:prstGeom prst="snip2Diag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R="0" lvl="0" indent="-228600" algn="ctr" fontAlgn="auto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</a:pPr>
            <a:endParaRPr kumimoji="0" lang="en-US" sz="1400" b="0" i="0" u="none" strike="noStrike" cap="none" spc="0" normalizeH="0" baseline="0" noProof="1">
              <a:ln>
                <a:noFill/>
                <a:prstDash val="sysDot"/>
              </a:ln>
              <a:solidFill>
                <a:schemeClr val="accent1"/>
              </a:solidFill>
              <a:uFillTx/>
              <a:latin typeface="+mj-lt"/>
              <a:sym typeface="+mn-l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sz="1800" u="none" strike="noStrike" kern="1200" cap="none" spc="0" normalizeH="0"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>
              <a:defRPr sz="1600">
                <a:latin typeface="+mn-lt"/>
                <a:sym typeface="+mn-ea"/>
              </a:defRPr>
            </a:lvl2pPr>
            <a:lvl3pPr>
              <a:defRPr sz="1600">
                <a:latin typeface="+mn-lt"/>
                <a:sym typeface="+mn-ea"/>
              </a:defRPr>
            </a:lvl3pPr>
            <a:lvl4pPr>
              <a:defRPr sz="1400">
                <a:latin typeface="+mn-lt"/>
                <a:sym typeface="+mn-ea"/>
              </a:defRPr>
            </a:lvl4pPr>
            <a:lvl5pPr>
              <a:defRPr sz="1400">
                <a:latin typeface="+mn-lt"/>
                <a:sym typeface="+mn-ea"/>
              </a:defRPr>
            </a:lvl5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13" hasCustomPrompt="1"/>
            <p:custDataLst>
              <p:tags r:id="rId1"/>
            </p:custDataLst>
          </p:nvPr>
        </p:nvSpPr>
        <p:spPr>
          <a:xfrm>
            <a:off x="429895" y="454025"/>
            <a:ext cx="6546801" cy="1016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400" b="1" i="0" u="none" strike="noStrike" kern="1200" cap="none" spc="0" normalizeH="0" baseline="0" noProof="1" dirty="0">
                <a:solidFill>
                  <a:schemeClr val="accent1"/>
                </a:solidFill>
                <a:effectLst/>
                <a:latin typeface="+mj-lt"/>
                <a:sym typeface="+mn-ea"/>
              </a:defRPr>
            </a:lvl1pPr>
          </a:lstStyle>
          <a:p>
            <a:pPr lvl="0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矩形 13"/>
          <p:cNvSpPr/>
          <p:nvPr userDrawn="1">
            <p:custDataLst>
              <p:tags r:id="rId5"/>
            </p:custDataLst>
          </p:nvPr>
        </p:nvSpPr>
        <p:spPr>
          <a:xfrm flipH="1">
            <a:off x="8221980" y="6144260"/>
            <a:ext cx="904875" cy="492125"/>
          </a:xfrm>
          <a:prstGeom prst="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>
            <a:noFill/>
            <a:prstDash val="solid"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 userDrawn="1">
            <p:custDataLst>
              <p:tags r:id="rId6"/>
            </p:custDataLst>
          </p:nvPr>
        </p:nvSpPr>
        <p:spPr>
          <a:xfrm flipH="1">
            <a:off x="7935595" y="6430010"/>
            <a:ext cx="676910" cy="330200"/>
          </a:xfrm>
          <a:prstGeom prst="rect">
            <a:avLst/>
          </a:prstGeom>
          <a:solidFill>
            <a:schemeClr val="accent1">
              <a:lumMod val="60000"/>
              <a:lumOff val="40000"/>
              <a:alpha val="5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/>
          <p:cNvSpPr/>
          <p:nvPr userDrawn="1">
            <p:custDataLst>
              <p:tags r:id="rId7"/>
            </p:custDataLst>
          </p:nvPr>
        </p:nvSpPr>
        <p:spPr>
          <a:xfrm flipH="1">
            <a:off x="6774815" y="475234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椭圆 18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9277985" y="6059170"/>
            <a:ext cx="144145" cy="144145"/>
          </a:xfrm>
          <a:prstGeom prst="ellipse">
            <a:avLst/>
          </a:prstGeom>
          <a:noFill/>
          <a:ln w="25400">
            <a:solidFill>
              <a:schemeClr val="accent2">
                <a:alpha val="12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任意多边形 19"/>
          <p:cNvSpPr/>
          <p:nvPr userDrawn="1">
            <p:custDataLst>
              <p:tags r:id="rId9"/>
            </p:custDataLst>
          </p:nvPr>
        </p:nvSpPr>
        <p:spPr>
          <a:xfrm flipH="1">
            <a:off x="2540" y="472440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任意多边形 20"/>
          <p:cNvSpPr/>
          <p:nvPr userDrawn="1">
            <p:custDataLst>
              <p:tags r:id="rId10"/>
            </p:custDataLst>
          </p:nvPr>
        </p:nvSpPr>
        <p:spPr>
          <a:xfrm flipH="1">
            <a:off x="1270" y="501015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任意多边形 21"/>
          <p:cNvSpPr/>
          <p:nvPr userDrawn="1">
            <p:custDataLst>
              <p:tags r:id="rId11"/>
            </p:custDataLst>
          </p:nvPr>
        </p:nvSpPr>
        <p:spPr>
          <a:xfrm flipH="1">
            <a:off x="1270" y="523176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任意多边形 22"/>
          <p:cNvSpPr/>
          <p:nvPr userDrawn="1">
            <p:custDataLst>
              <p:tags r:id="rId12"/>
            </p:custDataLst>
          </p:nvPr>
        </p:nvSpPr>
        <p:spPr>
          <a:xfrm flipH="1">
            <a:off x="2540" y="548449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椭圆 23"/>
          <p:cNvSpPr/>
          <p:nvPr userDrawn="1">
            <p:custDataLst>
              <p:tags r:id="rId13"/>
            </p:custDataLst>
          </p:nvPr>
        </p:nvSpPr>
        <p:spPr>
          <a:xfrm flipH="1">
            <a:off x="4275455" y="631063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椭圆 24"/>
          <p:cNvSpPr/>
          <p:nvPr userDrawn="1">
            <p:custDataLst>
              <p:tags r:id="rId14"/>
            </p:custDataLst>
          </p:nvPr>
        </p:nvSpPr>
        <p:spPr>
          <a:xfrm flipH="1">
            <a:off x="10067290" y="555244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椭圆 25"/>
          <p:cNvSpPr/>
          <p:nvPr userDrawn="1">
            <p:custDataLst>
              <p:tags r:id="rId15"/>
            </p:custDataLst>
          </p:nvPr>
        </p:nvSpPr>
        <p:spPr>
          <a:xfrm flipH="1">
            <a:off x="1334770" y="613854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"/>
          <p:cNvSpPr txBox="1">
            <a:spLocks noGrp="1"/>
          </p:cNvSpPr>
          <p:nvPr>
            <p:ph type="title" idx="13" hasCustomPrompt="1"/>
            <p:custDataLst>
              <p:tags r:id="rId1"/>
            </p:custDataLst>
          </p:nvPr>
        </p:nvSpPr>
        <p:spPr>
          <a:xfrm>
            <a:off x="3891280" y="1578610"/>
            <a:ext cx="6968490" cy="21018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节编号"/>
          <p:cNvSpPr txBox="1">
            <a:spLocks noGrp="1"/>
          </p:cNvSpPr>
          <p:nvPr>
            <p:ph type="body" idx="9" hasCustomPrompt="1"/>
            <p:custDataLst>
              <p:tags r:id="rId2"/>
            </p:custDataLst>
          </p:nvPr>
        </p:nvSpPr>
        <p:spPr>
          <a:xfrm>
            <a:off x="577850" y="1579880"/>
            <a:ext cx="3261995" cy="210058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500" b="0" i="0" u="none" strike="noStrike" kern="1200" cap="none" spc="0" normalizeH="0" baseline="0" noProof="1" dirty="0">
                <a:ln w="12700" cmpd="sng">
                  <a:solidFill>
                    <a:schemeClr val="accent1"/>
                  </a:solidFill>
                  <a:prstDash val="solid"/>
                </a:ln>
                <a:noFill/>
                <a:latin typeface="+mn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 text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6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7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8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9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0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1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2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3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1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1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2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"/>
          <p:cNvSpPr txBox="1">
            <a:spLocks noGrp="1"/>
          </p:cNvSpPr>
          <p:nvPr>
            <p:ph type="title" idx="32" hasCustomPrompt="1"/>
            <p:custDataLst>
              <p:tags r:id="rId1"/>
            </p:custDataLst>
          </p:nvPr>
        </p:nvSpPr>
        <p:spPr>
          <a:xfrm>
            <a:off x="977900" y="1165225"/>
            <a:ext cx="6128385" cy="18135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24" name="直接连接符 23"/>
          <p:cNvCxnSpPr/>
          <p:nvPr userDrawn="1">
            <p:custDataLst>
              <p:tags r:id="rId2"/>
            </p:custDataLst>
          </p:nvPr>
        </p:nvCxnSpPr>
        <p:spPr>
          <a:xfrm>
            <a:off x="11137265" y="59055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3"/>
            </p:custDataLst>
          </p:nvPr>
        </p:nvCxnSpPr>
        <p:spPr>
          <a:xfrm>
            <a:off x="11137265" y="64897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4"/>
            </p:custDataLst>
          </p:nvPr>
        </p:nvCxnSpPr>
        <p:spPr>
          <a:xfrm>
            <a:off x="11137265" y="70739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 userDrawn="1">
            <p:custDataLst>
              <p:tags r:id="rId5"/>
            </p:custDataLst>
          </p:nvPr>
        </p:nvSpPr>
        <p:spPr>
          <a:xfrm flipH="1">
            <a:off x="7891780" y="3303270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9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10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11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12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3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4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5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6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977900" y="2978785"/>
            <a:ext cx="1569085" cy="39624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3">
            <a:duotone>
              <a:prstClr val="black"/>
              <a:schemeClr val="bg2">
                <a:lumMod val="50000"/>
                <a:lumOff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矩形 22"/>
          <p:cNvSpPr/>
          <p:nvPr userDrawn="1">
            <p:custDataLst>
              <p:tags r:id="rId2"/>
            </p:custDataLst>
          </p:nvPr>
        </p:nvSpPr>
        <p:spPr>
          <a:xfrm>
            <a:off x="8694420" y="0"/>
            <a:ext cx="2320290" cy="3797300"/>
          </a:xfrm>
          <a:prstGeom prst="rect">
            <a:avLst/>
          </a:prstGeom>
          <a:gradFill>
            <a:gsLst>
              <a:gs pos="28000">
                <a:schemeClr val="accent2"/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9" name="图片 38" descr="资源 1@4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4"/>
          <a:srcRect r="14083"/>
          <a:stretch>
            <a:fillRect/>
          </a:stretch>
        </p:blipFill>
        <p:spPr>
          <a:xfrm>
            <a:off x="6154420" y="1827530"/>
            <a:ext cx="6037580" cy="5030470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>
            <p:custDataLst>
              <p:tags r:id="rId4"/>
            </p:custDataLst>
          </p:nvPr>
        </p:nvGrpSpPr>
        <p:grpSpPr>
          <a:xfrm>
            <a:off x="568960" y="1687195"/>
            <a:ext cx="2897505" cy="180340"/>
            <a:chOff x="960" y="3138"/>
            <a:chExt cx="4563" cy="284"/>
          </a:xfrm>
          <a:gradFill>
            <a:gsLst>
              <a:gs pos="0">
                <a:schemeClr val="accent1"/>
              </a:gs>
              <a:gs pos="25000">
                <a:schemeClr val="accent2"/>
              </a:gs>
              <a:gs pos="100000">
                <a:schemeClr val="accent2">
                  <a:alpha val="70000"/>
                </a:schemeClr>
              </a:gs>
            </a:gsLst>
            <a:lin ang="0" scaled="0"/>
          </a:gradFill>
        </p:grpSpPr>
        <p:grpSp>
          <p:nvGrpSpPr>
            <p:cNvPr id="26" name="组合 25"/>
            <p:cNvGrpSpPr/>
            <p:nvPr/>
          </p:nvGrpSpPr>
          <p:grpSpPr>
            <a:xfrm>
              <a:off x="960" y="3138"/>
              <a:ext cx="1910" cy="284"/>
              <a:chOff x="930" y="1845"/>
              <a:chExt cx="1709" cy="254"/>
            </a:xfrm>
            <a:grpFill/>
          </p:grpSpPr>
          <p:sp>
            <p:nvSpPr>
              <p:cNvPr id="28" name="平行四边形 27"/>
              <p:cNvSpPr/>
              <p:nvPr>
                <p:custDataLst>
                  <p:tags r:id="rId16"/>
                </p:custDataLst>
              </p:nvPr>
            </p:nvSpPr>
            <p:spPr>
              <a:xfrm>
                <a:off x="930" y="1845"/>
                <a:ext cx="285" cy="255"/>
              </a:xfrm>
              <a:prstGeom prst="parallelogram">
                <a:avLst>
                  <a:gd name="adj" fmla="val 3294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7"/>
                </p:custDataLst>
              </p:nvPr>
            </p:nvSpPr>
            <p:spPr>
              <a:xfrm>
                <a:off x="1215" y="1845"/>
                <a:ext cx="285" cy="255"/>
              </a:xfrm>
              <a:prstGeom prst="parallelogram">
                <a:avLst>
                  <a:gd name="adj" fmla="val 3294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8"/>
                </p:custDataLst>
              </p:nvPr>
            </p:nvSpPr>
            <p:spPr>
              <a:xfrm>
                <a:off x="1500" y="1845"/>
                <a:ext cx="285" cy="255"/>
              </a:xfrm>
              <a:prstGeom prst="parallelogram">
                <a:avLst>
                  <a:gd name="adj" fmla="val 3294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1" name="平行四边形 3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785" y="1845"/>
                <a:ext cx="285" cy="255"/>
              </a:xfrm>
              <a:prstGeom prst="parallelogram">
                <a:avLst>
                  <a:gd name="adj" fmla="val 3294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20"/>
                </p:custDataLst>
              </p:nvPr>
            </p:nvSpPr>
            <p:spPr>
              <a:xfrm>
                <a:off x="2070" y="1845"/>
                <a:ext cx="285" cy="255"/>
              </a:xfrm>
              <a:prstGeom prst="parallelogram">
                <a:avLst>
                  <a:gd name="adj" fmla="val 3294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3" name="平行四边形 32"/>
              <p:cNvSpPr/>
              <p:nvPr>
                <p:custDataLst>
                  <p:tags r:id="rId21"/>
                </p:custDataLst>
              </p:nvPr>
            </p:nvSpPr>
            <p:spPr>
              <a:xfrm>
                <a:off x="2355" y="1845"/>
                <a:ext cx="285" cy="255"/>
              </a:xfrm>
              <a:prstGeom prst="parallelogram">
                <a:avLst>
                  <a:gd name="adj" fmla="val 3294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cxnSp>
          <p:nvCxnSpPr>
            <p:cNvPr id="27" name="直接连接符 26"/>
            <p:cNvCxnSpPr/>
            <p:nvPr>
              <p:custDataLst>
                <p:tags r:id="rId15"/>
              </p:custDataLst>
            </p:nvPr>
          </p:nvCxnSpPr>
          <p:spPr>
            <a:xfrm>
              <a:off x="2775" y="3411"/>
              <a:ext cx="2748" cy="0"/>
            </a:xfrm>
            <a:prstGeom prst="line">
              <a:avLst/>
            </a:prstGeom>
            <a:grpFill/>
            <a:ln w="12700">
              <a:gradFill>
                <a:gsLst>
                  <a:gs pos="85000">
                    <a:schemeClr val="accent2">
                      <a:alpha val="5000"/>
                    </a:schemeClr>
                  </a:gs>
                  <a:gs pos="0">
                    <a:schemeClr val="accent2">
                      <a:alpha val="7000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椭圆 34"/>
          <p:cNvSpPr/>
          <p:nvPr userDrawn="1">
            <p:custDataLst>
              <p:tags r:id="rId5"/>
            </p:custDataLst>
          </p:nvPr>
        </p:nvSpPr>
        <p:spPr>
          <a:xfrm>
            <a:off x="559435" y="5245735"/>
            <a:ext cx="397510" cy="397510"/>
          </a:xfrm>
          <a:prstGeom prst="ellipse">
            <a:avLst/>
          </a:prstGeom>
          <a:gradFill>
            <a:gsLst>
              <a:gs pos="19000">
                <a:schemeClr val="accent2">
                  <a:alpha val="95000"/>
                </a:schemeClr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等腰三角形 35"/>
          <p:cNvSpPr/>
          <p:nvPr userDrawn="1">
            <p:custDataLst>
              <p:tags r:id="rId6"/>
            </p:custDataLst>
          </p:nvPr>
        </p:nvSpPr>
        <p:spPr>
          <a:xfrm rot="5400000">
            <a:off x="701675" y="5405755"/>
            <a:ext cx="113665" cy="7747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37" name="直接连接符 36"/>
          <p:cNvCxnSpPr/>
          <p:nvPr userDrawn="1">
            <p:custDataLst>
              <p:tags r:id="rId7"/>
            </p:custDataLst>
          </p:nvPr>
        </p:nvCxnSpPr>
        <p:spPr>
          <a:xfrm flipH="1" flipV="1">
            <a:off x="1142365" y="5660390"/>
            <a:ext cx="1853565" cy="635"/>
          </a:xfrm>
          <a:prstGeom prst="line">
            <a:avLst/>
          </a:prstGeom>
          <a:ln w="38100" cap="rnd">
            <a:gradFill>
              <a:gsLst>
                <a:gs pos="24000">
                  <a:schemeClr val="accent2">
                    <a:alpha val="5000"/>
                  </a:schemeClr>
                </a:gs>
                <a:gs pos="88000">
                  <a:schemeClr val="accent2">
                    <a:alpha val="9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533400" y="1951355"/>
            <a:ext cx="9003030" cy="17125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 u="none" strike="noStrike" kern="1200" cap="none" spc="0" normalizeH="0">
                <a:solidFill>
                  <a:srgbClr val="FFFFFF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533399" y="3735355"/>
            <a:ext cx="6537961" cy="972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u="none" strike="noStrike" kern="1200" cap="none" spc="0" normalizeH="0" baseline="0">
                <a:gradFill>
                  <a:gsLst>
                    <a:gs pos="0">
                      <a:schemeClr val="accent1"/>
                    </a:gs>
                    <a:gs pos="30000">
                      <a:schemeClr val="accent2">
                        <a:alpha val="95000"/>
                      </a:schemeClr>
                    </a:gs>
                    <a:gs pos="100000">
                      <a:schemeClr val="accent2">
                        <a:alpha val="50000"/>
                      </a:schemeClr>
                    </a:gs>
                  </a:gsLst>
                  <a:lin ang="2700000" scaled="0"/>
                </a:gra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33399" y="468000"/>
            <a:ext cx="6537961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100" b="1" u="none" strike="noStrike" kern="1200" cap="none" spc="0" normalizeH="0">
                <a:gradFill>
                  <a:gsLst>
                    <a:gs pos="0">
                      <a:schemeClr val="accent1"/>
                    </a:gs>
                    <a:gs pos="30000">
                      <a:schemeClr val="accent2">
                        <a:alpha val="95000"/>
                      </a:schemeClr>
                    </a:gs>
                    <a:gs pos="100000">
                      <a:schemeClr val="accent2">
                        <a:alpha val="50000"/>
                      </a:schemeClr>
                    </a:gs>
                  </a:gsLst>
                  <a:lin ang="27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1190412" y="5106881"/>
            <a:ext cx="5880948" cy="504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u="none" strike="noStrike" kern="1200" cap="none" spc="0" normalizeH="0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sym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>
            <a:duotone>
              <a:prstClr val="black"/>
              <a:schemeClr val="bg2">
                <a:lumMod val="50000"/>
                <a:lumOff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1028065" y="0"/>
            <a:ext cx="2239645" cy="3797300"/>
          </a:xfrm>
          <a:prstGeom prst="rect">
            <a:avLst/>
          </a:prstGeom>
          <a:gradFill>
            <a:gsLst>
              <a:gs pos="28000">
                <a:schemeClr val="accent2"/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6" name="图片 15" descr="资源 2@4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56870" y="2493645"/>
            <a:ext cx="4040505" cy="4050030"/>
          </a:xfrm>
          <a:prstGeom prst="rect">
            <a:avLst/>
          </a:prstGeom>
        </p:spPr>
      </p:pic>
      <p:pic>
        <p:nvPicPr>
          <p:cNvPr id="17" name="图片 16" descr="资源 1@4x-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2"/>
          <a:srcRect l="10601"/>
          <a:stretch>
            <a:fillRect/>
          </a:stretch>
        </p:blipFill>
        <p:spPr>
          <a:xfrm>
            <a:off x="0" y="1977390"/>
            <a:ext cx="5253355" cy="46583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59510" y="227330"/>
            <a:ext cx="3950970" cy="1308735"/>
          </a:xfrm>
        </p:spPr>
        <p:txBody>
          <a:bodyPr anchor="b">
            <a:normAutofit/>
          </a:bodyPr>
          <a:lstStyle>
            <a:lvl1pPr algn="r">
              <a:defRPr sz="5400">
                <a:ln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alpha val="50000"/>
                        </a:schemeClr>
                      </a:gs>
                    </a:gsLst>
                    <a:lin ang="5400000" scaled="1"/>
                  </a:gradFill>
                </a:ln>
                <a:solidFill>
                  <a:srgbClr val="FFFFFF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>
            <a:duotone>
              <a:prstClr val="black"/>
              <a:schemeClr val="bg2">
                <a:lumMod val="50000"/>
                <a:lumOff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9525" y="3152140"/>
            <a:ext cx="12182475" cy="1419860"/>
          </a:xfrm>
          <a:prstGeom prst="rect">
            <a:avLst/>
          </a:prstGeom>
          <a:gradFill>
            <a:gsLst>
              <a:gs pos="55000">
                <a:schemeClr val="accent2">
                  <a:alpha val="95000"/>
                </a:schemeClr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0" name="图片 9" descr="E:\【自产】\10.PPT\2023\精品模板\7.19\4x\资源 2@4x-8.png资源 2@4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rcRect l="2592" r="2592"/>
          <a:stretch>
            <a:fillRect/>
          </a:stretch>
        </p:blipFill>
        <p:spPr>
          <a:xfrm>
            <a:off x="6796405" y="1160780"/>
            <a:ext cx="4401820" cy="55327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96315" y="3446780"/>
            <a:ext cx="6824345" cy="1743710"/>
          </a:xfrm>
        </p:spPr>
        <p:txBody>
          <a:bodyPr anchor="t"/>
          <a:lstStyle>
            <a:lvl1pPr algn="l">
              <a:defRPr sz="4400">
                <a:solidFill>
                  <a:srgbClr val="FFFFFF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996465" y="1954175"/>
            <a:ext cx="6135856" cy="1224000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6000" b="1" i="1">
                <a:gradFill>
                  <a:gsLst>
                    <a:gs pos="0">
                      <a:schemeClr val="accent1"/>
                    </a:gs>
                    <a:gs pos="49000">
                      <a:schemeClr val="accent2">
                        <a:alpha val="95000"/>
                      </a:schemeClr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54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sym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sym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643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635"/>
            <a:ext cx="12192635" cy="6857365"/>
          </a:xfrm>
          <a:prstGeom prst="rect">
            <a:avLst/>
          </a:prstGeom>
          <a:gradFill>
            <a:gsLst>
              <a:gs pos="64000">
                <a:schemeClr val="bg2">
                  <a:lumMod val="90000"/>
                  <a:lumOff val="10000"/>
                  <a:alpha val="53000"/>
                </a:schemeClr>
              </a:gs>
              <a:gs pos="1800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635" y="635"/>
            <a:ext cx="12192635" cy="6857365"/>
          </a:xfrm>
          <a:prstGeom prst="rect">
            <a:avLst/>
          </a:prstGeom>
          <a:gradFill>
            <a:gsLst>
              <a:gs pos="64000">
                <a:schemeClr val="bg2">
                  <a:lumMod val="90000"/>
                  <a:lumOff val="10000"/>
                  <a:alpha val="53000"/>
                </a:schemeClr>
              </a:gs>
              <a:gs pos="1800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595" y="136525"/>
            <a:ext cx="10797540" cy="864235"/>
          </a:xfrm>
        </p:spPr>
        <p:txBody>
          <a:bodyPr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3">
            <a:duotone>
              <a:prstClr val="black"/>
              <a:schemeClr val="bg2">
                <a:lumMod val="50000"/>
                <a:lumOff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8694420" y="0"/>
            <a:ext cx="2320290" cy="3797300"/>
          </a:xfrm>
          <a:prstGeom prst="rect">
            <a:avLst/>
          </a:prstGeom>
          <a:gradFill>
            <a:gsLst>
              <a:gs pos="28000">
                <a:schemeClr val="accent2"/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 descr="资源 1@4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4"/>
          <a:srcRect r="14083"/>
          <a:stretch>
            <a:fillRect/>
          </a:stretch>
        </p:blipFill>
        <p:spPr>
          <a:xfrm>
            <a:off x="6154420" y="1827530"/>
            <a:ext cx="6037580" cy="5030470"/>
          </a:xfrm>
          <a:prstGeom prst="rect">
            <a:avLst/>
          </a:prstGeom>
        </p:spPr>
      </p:pic>
      <p:sp>
        <p:nvSpPr>
          <p:cNvPr id="14" name="椭圆 13"/>
          <p:cNvSpPr/>
          <p:nvPr userDrawn="1">
            <p:custDataLst>
              <p:tags r:id="rId4"/>
            </p:custDataLst>
          </p:nvPr>
        </p:nvSpPr>
        <p:spPr>
          <a:xfrm>
            <a:off x="559435" y="5047615"/>
            <a:ext cx="397510" cy="397510"/>
          </a:xfrm>
          <a:prstGeom prst="ellipse">
            <a:avLst/>
          </a:prstGeom>
          <a:gradFill>
            <a:gsLst>
              <a:gs pos="19000">
                <a:schemeClr val="accent2">
                  <a:alpha val="95000"/>
                </a:schemeClr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等腰三角形 14"/>
          <p:cNvSpPr/>
          <p:nvPr userDrawn="1">
            <p:custDataLst>
              <p:tags r:id="rId5"/>
            </p:custDataLst>
          </p:nvPr>
        </p:nvSpPr>
        <p:spPr>
          <a:xfrm rot="5400000">
            <a:off x="701675" y="5207635"/>
            <a:ext cx="113665" cy="7747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6" name="直接连接符 15"/>
          <p:cNvCxnSpPr/>
          <p:nvPr userDrawn="1">
            <p:custDataLst>
              <p:tags r:id="rId6"/>
            </p:custDataLst>
          </p:nvPr>
        </p:nvCxnSpPr>
        <p:spPr>
          <a:xfrm flipH="1" flipV="1">
            <a:off x="1142365" y="5462270"/>
            <a:ext cx="1853565" cy="635"/>
          </a:xfrm>
          <a:prstGeom prst="line">
            <a:avLst/>
          </a:prstGeom>
          <a:ln w="38100" cap="rnd">
            <a:gradFill>
              <a:gsLst>
                <a:gs pos="24000">
                  <a:schemeClr val="accent2">
                    <a:alpha val="5000"/>
                  </a:schemeClr>
                </a:gs>
                <a:gs pos="88000">
                  <a:schemeClr val="accent2">
                    <a:alpha val="9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556847" y="1878506"/>
            <a:ext cx="6544993" cy="1800000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8"/>
            </p:custDataLst>
          </p:nvPr>
        </p:nvSpPr>
        <p:spPr>
          <a:xfrm>
            <a:off x="556847" y="3822506"/>
            <a:ext cx="6544993" cy="972000"/>
          </a:xfrm>
        </p:spPr>
        <p:txBody>
          <a:bodyPr lIns="72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gradFill>
                  <a:gsLst>
                    <a:gs pos="0">
                      <a:schemeClr val="accent1"/>
                    </a:gs>
                    <a:gs pos="70000">
                      <a:schemeClr val="accent2">
                        <a:alpha val="70000"/>
                      </a:schemeClr>
                    </a:gs>
                    <a:gs pos="100000">
                      <a:schemeClr val="accent2">
                        <a:alpha val="15000"/>
                      </a:schemeClr>
                    </a:gs>
                  </a:gsLst>
                  <a:lin ang="0" scaled="0"/>
                </a:gra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文本占位符 23"/>
          <p:cNvSpPr>
            <a:spLocks noGrp="1"/>
          </p:cNvSpPr>
          <p:nvPr userDrawn="1">
            <p:ph type="body" sz="quarter" idx="17" hasCustomPrompt="1"/>
            <p:custDataLst>
              <p:tags r:id="rId12"/>
            </p:custDataLst>
          </p:nvPr>
        </p:nvSpPr>
        <p:spPr>
          <a:xfrm>
            <a:off x="1207998" y="4931031"/>
            <a:ext cx="5893842" cy="504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文本占位符 9"/>
          <p:cNvSpPr>
            <a:spLocks noGrp="1"/>
          </p:cNvSpPr>
          <p:nvPr userDrawn="1">
            <p:ph type="body" sz="quarter" idx="13" hasCustomPrompt="1"/>
            <p:custDataLst>
              <p:tags r:id="rId13"/>
            </p:custDataLst>
          </p:nvPr>
        </p:nvSpPr>
        <p:spPr>
          <a:xfrm>
            <a:off x="533399" y="468000"/>
            <a:ext cx="6568441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100" b="1">
                <a:gradFill>
                  <a:gsLst>
                    <a:gs pos="0">
                      <a:schemeClr val="accent1"/>
                    </a:gs>
                    <a:gs pos="30000">
                      <a:schemeClr val="accent2">
                        <a:alpha val="95000"/>
                      </a:schemeClr>
                    </a:gs>
                    <a:gs pos="100000">
                      <a:schemeClr val="accent2">
                        <a:alpha val="50000"/>
                      </a:schemeClr>
                    </a:gs>
                  </a:gsLst>
                  <a:lin ang="27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grpSp>
        <p:nvGrpSpPr>
          <p:cNvPr id="18" name="组合 17"/>
          <p:cNvGrpSpPr/>
          <p:nvPr userDrawn="1">
            <p:custDataLst>
              <p:tags r:id="rId14"/>
            </p:custDataLst>
          </p:nvPr>
        </p:nvGrpSpPr>
        <p:grpSpPr>
          <a:xfrm>
            <a:off x="568960" y="2239645"/>
            <a:ext cx="1212850" cy="180340"/>
            <a:chOff x="930" y="1845"/>
            <a:chExt cx="1709" cy="254"/>
          </a:xfrm>
          <a:gradFill>
            <a:gsLst>
              <a:gs pos="0">
                <a:schemeClr val="accent1"/>
              </a:gs>
              <a:gs pos="25000">
                <a:schemeClr val="accent2"/>
              </a:gs>
              <a:gs pos="100000">
                <a:schemeClr val="accent2">
                  <a:alpha val="70000"/>
                </a:schemeClr>
              </a:gs>
            </a:gsLst>
            <a:lin ang="0" scaled="0"/>
          </a:gradFill>
        </p:grpSpPr>
        <p:sp>
          <p:nvSpPr>
            <p:cNvPr id="20" name="平行四边形 19"/>
            <p:cNvSpPr/>
            <p:nvPr>
              <p:custDataLst>
                <p:tags r:id="rId16"/>
              </p:custDataLst>
            </p:nvPr>
          </p:nvSpPr>
          <p:spPr>
            <a:xfrm>
              <a:off x="930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平行四边形 20"/>
            <p:cNvSpPr/>
            <p:nvPr>
              <p:custDataLst>
                <p:tags r:id="rId17"/>
              </p:custDataLst>
            </p:nvPr>
          </p:nvSpPr>
          <p:spPr>
            <a:xfrm>
              <a:off x="1215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18"/>
              </p:custDataLst>
            </p:nvPr>
          </p:nvSpPr>
          <p:spPr>
            <a:xfrm>
              <a:off x="1500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平行四边形 22"/>
            <p:cNvSpPr/>
            <p:nvPr>
              <p:custDataLst>
                <p:tags r:id="rId19"/>
              </p:custDataLst>
            </p:nvPr>
          </p:nvSpPr>
          <p:spPr>
            <a:xfrm>
              <a:off x="1785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20"/>
              </p:custDataLst>
            </p:nvPr>
          </p:nvSpPr>
          <p:spPr>
            <a:xfrm>
              <a:off x="2070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21"/>
              </p:custDataLst>
            </p:nvPr>
          </p:nvSpPr>
          <p:spPr>
            <a:xfrm>
              <a:off x="2355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19" name="直接连接符 18"/>
          <p:cNvCxnSpPr/>
          <p:nvPr userDrawn="1">
            <p:custDataLst>
              <p:tags r:id="rId15"/>
            </p:custDataLst>
          </p:nvPr>
        </p:nvCxnSpPr>
        <p:spPr>
          <a:xfrm>
            <a:off x="1721485" y="2413000"/>
            <a:ext cx="1744980" cy="0"/>
          </a:xfrm>
          <a:prstGeom prst="line">
            <a:avLst/>
          </a:prstGeom>
          <a:gradFill>
            <a:gsLst>
              <a:gs pos="0">
                <a:schemeClr val="accent1"/>
              </a:gs>
              <a:gs pos="25000">
                <a:schemeClr val="accent2"/>
              </a:gs>
              <a:gs pos="100000">
                <a:schemeClr val="accent2">
                  <a:alpha val="70000"/>
                </a:schemeClr>
              </a:gs>
            </a:gsLst>
            <a:lin ang="0" scaled="0"/>
          </a:gradFill>
          <a:ln w="12700">
            <a:gradFill>
              <a:gsLst>
                <a:gs pos="85000">
                  <a:schemeClr val="accent2">
                    <a:alpha val="5000"/>
                  </a:schemeClr>
                </a:gs>
                <a:gs pos="0">
                  <a:schemeClr val="accent2">
                    <a:alpha val="7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9620" cy="6858000"/>
          </a:xfrm>
          <a:prstGeom prst="rect">
            <a:avLst/>
          </a:prstGeom>
          <a:gradFill>
            <a:gsLst>
              <a:gs pos="69000">
                <a:schemeClr val="bg1">
                  <a:alpha val="0"/>
                </a:schemeClr>
              </a:gs>
              <a:gs pos="100000">
                <a:schemeClr val="bg1">
                  <a:alpha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3" name="图片 12" descr="768050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4"/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768050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6157" t="20158" r="49668" b="29652"/>
          <a:stretch>
            <a:fillRect/>
          </a:stretch>
        </p:blipFill>
        <p:spPr>
          <a:xfrm>
            <a:off x="5631518" y="773299"/>
            <a:ext cx="509043" cy="4072509"/>
          </a:xfrm>
          <a:custGeom>
            <a:avLst/>
            <a:gdLst>
              <a:gd name="connsiteX0" fmla="*/ 229644 w 509043"/>
              <a:gd name="connsiteY0" fmla="*/ 0 h 4072509"/>
              <a:gd name="connsiteX1" fmla="*/ 509043 w 509043"/>
              <a:gd name="connsiteY1" fmla="*/ 0 h 4072509"/>
              <a:gd name="connsiteX2" fmla="*/ 509043 w 509043"/>
              <a:gd name="connsiteY2" fmla="*/ 4072508 h 4072509"/>
              <a:gd name="connsiteX3" fmla="*/ 239944 w 509043"/>
              <a:gd name="connsiteY3" fmla="*/ 4072508 h 4072509"/>
              <a:gd name="connsiteX4" fmla="*/ 239943 w 509043"/>
              <a:gd name="connsiteY4" fmla="*/ 4072509 h 4072509"/>
              <a:gd name="connsiteX5" fmla="*/ 239942 w 509043"/>
              <a:gd name="connsiteY5" fmla="*/ 4072508 h 4072509"/>
              <a:gd name="connsiteX6" fmla="*/ 229644 w 509043"/>
              <a:gd name="connsiteY6" fmla="*/ 4072508 h 4072509"/>
              <a:gd name="connsiteX7" fmla="*/ 229644 w 509043"/>
              <a:gd name="connsiteY7" fmla="*/ 4063275 h 4072509"/>
              <a:gd name="connsiteX8" fmla="*/ 66872 w 509043"/>
              <a:gd name="connsiteY8" fmla="*/ 4018508 h 4072509"/>
              <a:gd name="connsiteX9" fmla="*/ 11343 w 509043"/>
              <a:gd name="connsiteY9" fmla="*/ 2039638 h 4072509"/>
              <a:gd name="connsiteX10" fmla="*/ 149422 w 509043"/>
              <a:gd name="connsiteY10" fmla="*/ 35368 h 40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9043" h="4072509">
                <a:moveTo>
                  <a:pt x="229644" y="0"/>
                </a:moveTo>
                <a:lnTo>
                  <a:pt x="509043" y="0"/>
                </a:lnTo>
                <a:lnTo>
                  <a:pt x="509043" y="4072508"/>
                </a:lnTo>
                <a:lnTo>
                  <a:pt x="239944" y="4072508"/>
                </a:lnTo>
                <a:lnTo>
                  <a:pt x="239943" y="4072509"/>
                </a:lnTo>
                <a:lnTo>
                  <a:pt x="239942" y="4072508"/>
                </a:lnTo>
                <a:lnTo>
                  <a:pt x="229644" y="4072508"/>
                </a:lnTo>
                <a:lnTo>
                  <a:pt x="229644" y="4063275"/>
                </a:lnTo>
                <a:cubicBezTo>
                  <a:pt x="217719" y="4052586"/>
                  <a:pt x="78796" y="4029197"/>
                  <a:pt x="66872" y="4018508"/>
                </a:cubicBezTo>
                <a:cubicBezTo>
                  <a:pt x="-37297" y="3828951"/>
                  <a:pt x="11343" y="3022022"/>
                  <a:pt x="11343" y="2039638"/>
                </a:cubicBezTo>
                <a:cubicBezTo>
                  <a:pt x="11343" y="1057255"/>
                  <a:pt x="115103" y="269375"/>
                  <a:pt x="149422" y="35368"/>
                </a:cubicBez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25" name="图片 2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5" hasCustomPrompt="1"/>
            <p:custDataLst>
              <p:tags r:id="rId6"/>
            </p:custDataLst>
          </p:nvPr>
        </p:nvSpPr>
        <p:spPr>
          <a:xfrm>
            <a:off x="4402455" y="2772410"/>
            <a:ext cx="6966585" cy="2707640"/>
          </a:xfrm>
          <a:prstGeom prst="rect">
            <a:avLst/>
          </a:prstGeom>
          <a:noFill/>
        </p:spPr>
        <p:txBody>
          <a:bodyPr wrap="square" lIns="0" tIns="45720" rIns="0" bIns="45720" rtlCol="0" anchor="b" anchorCtr="0">
            <a:normAutofit/>
          </a:bodyPr>
          <a:lstStyle>
            <a:lvl1pPr marL="0" marR="0" algn="l" defTabSz="9144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48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 font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0" y="4800600"/>
            <a:ext cx="4284345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 rot="10800000">
            <a:off x="11496675" y="4800599"/>
            <a:ext cx="703580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4402772" y="5632797"/>
            <a:ext cx="6966584" cy="58356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76805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4800" y="1258888"/>
            <a:ext cx="10801875" cy="492283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555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-14605" y="0"/>
            <a:ext cx="404622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24636" y="-6220"/>
            <a:ext cx="4487994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04" name="矩形 103"/>
          <p:cNvSpPr/>
          <p:nvPr>
            <p:custDataLst>
              <p:tags r:id="rId4"/>
            </p:custDataLst>
          </p:nvPr>
        </p:nvSpPr>
        <p:spPr>
          <a:xfrm flipH="1">
            <a:off x="11571605" y="6042660"/>
            <a:ext cx="36195" cy="2159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5" name="矩形 104"/>
          <p:cNvSpPr/>
          <p:nvPr>
            <p:custDataLst>
              <p:tags r:id="rId5"/>
            </p:custDataLst>
          </p:nvPr>
        </p:nvSpPr>
        <p:spPr>
          <a:xfrm flipH="1">
            <a:off x="11571605" y="5685790"/>
            <a:ext cx="36195" cy="2159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6" name="矩形 105"/>
          <p:cNvSpPr/>
          <p:nvPr>
            <p:custDataLst>
              <p:tags r:id="rId6"/>
            </p:custDataLst>
          </p:nvPr>
        </p:nvSpPr>
        <p:spPr>
          <a:xfrm flipH="1">
            <a:off x="11571605" y="5328920"/>
            <a:ext cx="36195" cy="2159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文本框 11"/>
          <p:cNvSpPr txBox="1"/>
          <p:nvPr userDrawn="1">
            <p:custDataLst>
              <p:tags r:id="rId10"/>
            </p:custDataLst>
          </p:nvPr>
        </p:nvSpPr>
        <p:spPr>
          <a:xfrm rot="5400000">
            <a:off x="1969079" y="2623510"/>
            <a:ext cx="4575920" cy="648211"/>
          </a:xfrm>
          <a:custGeom>
            <a:avLst/>
            <a:gdLst/>
            <a:ahLst/>
            <a:cxnLst/>
            <a:rect l="l" t="t" r="r" b="b"/>
            <a:pathLst>
              <a:path w="4575920" h="648211">
                <a:moveTo>
                  <a:pt x="861584" y="115723"/>
                </a:moveTo>
                <a:cubicBezTo>
                  <a:pt x="809253" y="115723"/>
                  <a:pt x="768048" y="135145"/>
                  <a:pt x="737971" y="173989"/>
                </a:cubicBezTo>
                <a:cubicBezTo>
                  <a:pt x="707894" y="212833"/>
                  <a:pt x="692855" y="263142"/>
                  <a:pt x="692855" y="324915"/>
                </a:cubicBezTo>
                <a:cubicBezTo>
                  <a:pt x="692855" y="385878"/>
                  <a:pt x="707556" y="435715"/>
                  <a:pt x="736959" y="474424"/>
                </a:cubicBezTo>
                <a:cubicBezTo>
                  <a:pt x="766362" y="513133"/>
                  <a:pt x="806690" y="532488"/>
                  <a:pt x="857943" y="532488"/>
                </a:cubicBezTo>
                <a:cubicBezTo>
                  <a:pt x="910274" y="532488"/>
                  <a:pt x="951007" y="513943"/>
                  <a:pt x="980140" y="476852"/>
                </a:cubicBezTo>
                <a:cubicBezTo>
                  <a:pt x="1009273" y="439761"/>
                  <a:pt x="1023839" y="389925"/>
                  <a:pt x="1023839" y="327342"/>
                </a:cubicBezTo>
                <a:cubicBezTo>
                  <a:pt x="1023839" y="262063"/>
                  <a:pt x="1009678" y="210473"/>
                  <a:pt x="981354" y="172573"/>
                </a:cubicBezTo>
                <a:cubicBezTo>
                  <a:pt x="953030" y="134673"/>
                  <a:pt x="913107" y="115723"/>
                  <a:pt x="861584" y="115723"/>
                </a:cubicBezTo>
                <a:close/>
                <a:moveTo>
                  <a:pt x="3609602" y="10520"/>
                </a:moveTo>
                <a:lnTo>
                  <a:pt x="4100819" y="10520"/>
                </a:lnTo>
                <a:lnTo>
                  <a:pt x="4100819" y="119769"/>
                </a:lnTo>
                <a:lnTo>
                  <a:pt x="3921974" y="119769"/>
                </a:lnTo>
                <a:lnTo>
                  <a:pt x="3921974" y="637286"/>
                </a:lnTo>
                <a:lnTo>
                  <a:pt x="3788042" y="637286"/>
                </a:lnTo>
                <a:lnTo>
                  <a:pt x="3788042" y="119769"/>
                </a:lnTo>
                <a:lnTo>
                  <a:pt x="3609602" y="119769"/>
                </a:lnTo>
                <a:close/>
                <a:moveTo>
                  <a:pt x="2963423" y="10520"/>
                </a:moveTo>
                <a:lnTo>
                  <a:pt x="3109089" y="10520"/>
                </a:lnTo>
                <a:lnTo>
                  <a:pt x="3364813" y="404626"/>
                </a:lnTo>
                <a:cubicBezTo>
                  <a:pt x="3381807" y="430792"/>
                  <a:pt x="3392192" y="447382"/>
                  <a:pt x="3395969" y="454395"/>
                </a:cubicBezTo>
                <a:lnTo>
                  <a:pt x="3397992" y="454395"/>
                </a:lnTo>
                <a:cubicBezTo>
                  <a:pt x="3395295" y="439289"/>
                  <a:pt x="3393946" y="410426"/>
                  <a:pt x="3393946" y="367805"/>
                </a:cubicBezTo>
                <a:lnTo>
                  <a:pt x="3393946" y="10520"/>
                </a:lnTo>
                <a:lnTo>
                  <a:pt x="3520594" y="10520"/>
                </a:lnTo>
                <a:lnTo>
                  <a:pt x="3520594" y="637286"/>
                </a:lnTo>
                <a:lnTo>
                  <a:pt x="3383830" y="637286"/>
                </a:lnTo>
                <a:lnTo>
                  <a:pt x="3118395" y="231850"/>
                </a:lnTo>
                <a:cubicBezTo>
                  <a:pt x="3104638" y="210810"/>
                  <a:pt x="3094657" y="193816"/>
                  <a:pt x="3088453" y="180868"/>
                </a:cubicBezTo>
                <a:lnTo>
                  <a:pt x="3086430" y="180868"/>
                </a:lnTo>
                <a:cubicBezTo>
                  <a:pt x="3088858" y="202448"/>
                  <a:pt x="3090071" y="235762"/>
                  <a:pt x="3090071" y="280810"/>
                </a:cubicBezTo>
                <a:lnTo>
                  <a:pt x="3090071" y="637286"/>
                </a:lnTo>
                <a:lnTo>
                  <a:pt x="2963423" y="637286"/>
                </a:lnTo>
                <a:close/>
                <a:moveTo>
                  <a:pt x="2487173" y="10520"/>
                </a:moveTo>
                <a:lnTo>
                  <a:pt x="2843649" y="10520"/>
                </a:lnTo>
                <a:lnTo>
                  <a:pt x="2843649" y="119769"/>
                </a:lnTo>
                <a:lnTo>
                  <a:pt x="2620700" y="119769"/>
                </a:lnTo>
                <a:lnTo>
                  <a:pt x="2620700" y="267458"/>
                </a:lnTo>
                <a:lnTo>
                  <a:pt x="2827869" y="267458"/>
                </a:lnTo>
                <a:lnTo>
                  <a:pt x="2827869" y="376302"/>
                </a:lnTo>
                <a:lnTo>
                  <a:pt x="2620700" y="376302"/>
                </a:lnTo>
                <a:lnTo>
                  <a:pt x="2620700" y="528037"/>
                </a:lnTo>
                <a:lnTo>
                  <a:pt x="2858216" y="528037"/>
                </a:lnTo>
                <a:lnTo>
                  <a:pt x="2858216" y="637286"/>
                </a:lnTo>
                <a:lnTo>
                  <a:pt x="2487173" y="637286"/>
                </a:lnTo>
                <a:close/>
                <a:moveTo>
                  <a:pt x="1914153" y="10520"/>
                </a:moveTo>
                <a:lnTo>
                  <a:pt x="2405369" y="10520"/>
                </a:lnTo>
                <a:lnTo>
                  <a:pt x="2405369" y="119769"/>
                </a:lnTo>
                <a:lnTo>
                  <a:pt x="2226524" y="119769"/>
                </a:lnTo>
                <a:lnTo>
                  <a:pt x="2226524" y="637286"/>
                </a:lnTo>
                <a:lnTo>
                  <a:pt x="2092593" y="637286"/>
                </a:lnTo>
                <a:lnTo>
                  <a:pt x="2092593" y="119769"/>
                </a:lnTo>
                <a:lnTo>
                  <a:pt x="1914153" y="119769"/>
                </a:lnTo>
                <a:close/>
                <a:moveTo>
                  <a:pt x="1267973" y="10520"/>
                </a:moveTo>
                <a:lnTo>
                  <a:pt x="1413639" y="10520"/>
                </a:lnTo>
                <a:lnTo>
                  <a:pt x="1669363" y="404626"/>
                </a:lnTo>
                <a:cubicBezTo>
                  <a:pt x="1686357" y="430792"/>
                  <a:pt x="1696743" y="447382"/>
                  <a:pt x="1700519" y="454395"/>
                </a:cubicBezTo>
                <a:lnTo>
                  <a:pt x="1702542" y="454395"/>
                </a:lnTo>
                <a:cubicBezTo>
                  <a:pt x="1699845" y="439289"/>
                  <a:pt x="1698496" y="410426"/>
                  <a:pt x="1698496" y="367805"/>
                </a:cubicBezTo>
                <a:lnTo>
                  <a:pt x="1698496" y="10520"/>
                </a:lnTo>
                <a:lnTo>
                  <a:pt x="1825144" y="10520"/>
                </a:lnTo>
                <a:lnTo>
                  <a:pt x="1825144" y="637286"/>
                </a:lnTo>
                <a:lnTo>
                  <a:pt x="1688380" y="637286"/>
                </a:lnTo>
                <a:lnTo>
                  <a:pt x="1422945" y="231850"/>
                </a:lnTo>
                <a:cubicBezTo>
                  <a:pt x="1409188" y="210810"/>
                  <a:pt x="1399207" y="193816"/>
                  <a:pt x="1393003" y="180868"/>
                </a:cubicBezTo>
                <a:lnTo>
                  <a:pt x="1390980" y="180868"/>
                </a:lnTo>
                <a:cubicBezTo>
                  <a:pt x="1393408" y="202448"/>
                  <a:pt x="1394621" y="235762"/>
                  <a:pt x="1394621" y="280810"/>
                </a:cubicBezTo>
                <a:lnTo>
                  <a:pt x="1394621" y="637286"/>
                </a:lnTo>
                <a:lnTo>
                  <a:pt x="1267973" y="637286"/>
                </a:lnTo>
                <a:close/>
                <a:moveTo>
                  <a:pt x="4394243" y="0"/>
                </a:moveTo>
                <a:cubicBezTo>
                  <a:pt x="4455477" y="0"/>
                  <a:pt x="4506864" y="7957"/>
                  <a:pt x="4548406" y="23873"/>
                </a:cubicBezTo>
                <a:lnTo>
                  <a:pt x="4548406" y="149307"/>
                </a:lnTo>
                <a:cubicBezTo>
                  <a:pt x="4506325" y="120713"/>
                  <a:pt x="4457095" y="106416"/>
                  <a:pt x="4400717" y="106416"/>
                </a:cubicBezTo>
                <a:cubicBezTo>
                  <a:pt x="4367807" y="106416"/>
                  <a:pt x="4341507" y="112418"/>
                  <a:pt x="4321815" y="124422"/>
                </a:cubicBezTo>
                <a:cubicBezTo>
                  <a:pt x="4302123" y="136426"/>
                  <a:pt x="4292277" y="152544"/>
                  <a:pt x="4292277" y="172775"/>
                </a:cubicBezTo>
                <a:cubicBezTo>
                  <a:pt x="4292277" y="188960"/>
                  <a:pt x="4299021" y="203864"/>
                  <a:pt x="4312509" y="217486"/>
                </a:cubicBezTo>
                <a:cubicBezTo>
                  <a:pt x="4325996" y="231109"/>
                  <a:pt x="4359310" y="249519"/>
                  <a:pt x="4412451" y="272718"/>
                </a:cubicBezTo>
                <a:cubicBezTo>
                  <a:pt x="4474764" y="299423"/>
                  <a:pt x="4517587" y="327612"/>
                  <a:pt x="4540920" y="357285"/>
                </a:cubicBezTo>
                <a:cubicBezTo>
                  <a:pt x="4564254" y="386957"/>
                  <a:pt x="4575920" y="422295"/>
                  <a:pt x="4575920" y="463297"/>
                </a:cubicBezTo>
                <a:cubicBezTo>
                  <a:pt x="4575920" y="523451"/>
                  <a:pt x="4554610" y="569309"/>
                  <a:pt x="4511989" y="600870"/>
                </a:cubicBezTo>
                <a:cubicBezTo>
                  <a:pt x="4469369" y="632431"/>
                  <a:pt x="4408810" y="648211"/>
                  <a:pt x="4330312" y="648211"/>
                </a:cubicBezTo>
                <a:cubicBezTo>
                  <a:pt x="4258558" y="648211"/>
                  <a:pt x="4199753" y="636612"/>
                  <a:pt x="4153895" y="613413"/>
                </a:cubicBezTo>
                <a:lnTo>
                  <a:pt x="4153895" y="479482"/>
                </a:lnTo>
                <a:cubicBezTo>
                  <a:pt x="4204338" y="521293"/>
                  <a:pt x="4261660" y="542199"/>
                  <a:pt x="4325861" y="542199"/>
                </a:cubicBezTo>
                <a:cubicBezTo>
                  <a:pt x="4362278" y="542199"/>
                  <a:pt x="4389657" y="535927"/>
                  <a:pt x="4408000" y="523384"/>
                </a:cubicBezTo>
                <a:cubicBezTo>
                  <a:pt x="4426343" y="510840"/>
                  <a:pt x="4435515" y="494723"/>
                  <a:pt x="4435515" y="475031"/>
                </a:cubicBezTo>
                <a:cubicBezTo>
                  <a:pt x="4435515" y="458037"/>
                  <a:pt x="4428232" y="441987"/>
                  <a:pt x="4413665" y="426880"/>
                </a:cubicBezTo>
                <a:cubicBezTo>
                  <a:pt x="4399099" y="411774"/>
                  <a:pt x="4360659" y="391273"/>
                  <a:pt x="4298347" y="365377"/>
                </a:cubicBezTo>
                <a:cubicBezTo>
                  <a:pt x="4200427" y="323836"/>
                  <a:pt x="4151467" y="263411"/>
                  <a:pt x="4151467" y="184105"/>
                </a:cubicBezTo>
                <a:cubicBezTo>
                  <a:pt x="4151467" y="125838"/>
                  <a:pt x="4173654" y="80588"/>
                  <a:pt x="4218028" y="48352"/>
                </a:cubicBezTo>
                <a:cubicBezTo>
                  <a:pt x="4262402" y="16117"/>
                  <a:pt x="4321141" y="0"/>
                  <a:pt x="4394243" y="0"/>
                </a:cubicBezTo>
                <a:close/>
                <a:moveTo>
                  <a:pt x="865630" y="0"/>
                </a:moveTo>
                <a:cubicBezTo>
                  <a:pt x="955188" y="0"/>
                  <a:pt x="1027279" y="29807"/>
                  <a:pt x="1081903" y="89422"/>
                </a:cubicBezTo>
                <a:cubicBezTo>
                  <a:pt x="1136528" y="149037"/>
                  <a:pt x="1163840" y="225646"/>
                  <a:pt x="1163840" y="319250"/>
                </a:cubicBezTo>
                <a:cubicBezTo>
                  <a:pt x="1163840" y="416900"/>
                  <a:pt x="1135449" y="496139"/>
                  <a:pt x="1078666" y="556968"/>
                </a:cubicBezTo>
                <a:cubicBezTo>
                  <a:pt x="1021884" y="617797"/>
                  <a:pt x="947500" y="648211"/>
                  <a:pt x="855515" y="648211"/>
                </a:cubicBezTo>
                <a:cubicBezTo>
                  <a:pt x="765688" y="648211"/>
                  <a:pt x="692720" y="618741"/>
                  <a:pt x="636612" y="559800"/>
                </a:cubicBezTo>
                <a:cubicBezTo>
                  <a:pt x="580504" y="500860"/>
                  <a:pt x="552450" y="424992"/>
                  <a:pt x="552450" y="332198"/>
                </a:cubicBezTo>
                <a:cubicBezTo>
                  <a:pt x="552450" y="234009"/>
                  <a:pt x="581111" y="154095"/>
                  <a:pt x="638433" y="92457"/>
                </a:cubicBezTo>
                <a:cubicBezTo>
                  <a:pt x="695755" y="30819"/>
                  <a:pt x="771487" y="0"/>
                  <a:pt x="865630" y="0"/>
                </a:cubicBezTo>
                <a:close/>
                <a:moveTo>
                  <a:pt x="332603" y="0"/>
                </a:moveTo>
                <a:cubicBezTo>
                  <a:pt x="393836" y="0"/>
                  <a:pt x="445089" y="7957"/>
                  <a:pt x="486361" y="23873"/>
                </a:cubicBezTo>
                <a:lnTo>
                  <a:pt x="486361" y="152948"/>
                </a:lnTo>
                <a:cubicBezTo>
                  <a:pt x="444010" y="128131"/>
                  <a:pt x="395994" y="115723"/>
                  <a:pt x="342314" y="115723"/>
                </a:cubicBezTo>
                <a:cubicBezTo>
                  <a:pt x="281080" y="115723"/>
                  <a:pt x="232120" y="135280"/>
                  <a:pt x="195434" y="174394"/>
                </a:cubicBezTo>
                <a:cubicBezTo>
                  <a:pt x="158748" y="213507"/>
                  <a:pt x="140405" y="264625"/>
                  <a:pt x="140405" y="327747"/>
                </a:cubicBezTo>
                <a:cubicBezTo>
                  <a:pt x="140405" y="389250"/>
                  <a:pt x="157804" y="438749"/>
                  <a:pt x="192602" y="476245"/>
                </a:cubicBezTo>
                <a:cubicBezTo>
                  <a:pt x="227400" y="513740"/>
                  <a:pt x="274471" y="532488"/>
                  <a:pt x="333816" y="532488"/>
                </a:cubicBezTo>
                <a:cubicBezTo>
                  <a:pt x="389655" y="532488"/>
                  <a:pt x="440503" y="519000"/>
                  <a:pt x="486361" y="492025"/>
                </a:cubicBezTo>
                <a:lnTo>
                  <a:pt x="486361" y="614627"/>
                </a:lnTo>
                <a:cubicBezTo>
                  <a:pt x="440773" y="637016"/>
                  <a:pt x="381293" y="648211"/>
                  <a:pt x="307920" y="648211"/>
                </a:cubicBezTo>
                <a:cubicBezTo>
                  <a:pt x="213507" y="648211"/>
                  <a:pt x="138584" y="619955"/>
                  <a:pt x="83150" y="563442"/>
                </a:cubicBezTo>
                <a:cubicBezTo>
                  <a:pt x="27717" y="506929"/>
                  <a:pt x="0" y="431601"/>
                  <a:pt x="0" y="337458"/>
                </a:cubicBezTo>
                <a:cubicBezTo>
                  <a:pt x="0" y="238459"/>
                  <a:pt x="30954" y="157467"/>
                  <a:pt x="92861" y="94480"/>
                </a:cubicBezTo>
                <a:cubicBezTo>
                  <a:pt x="154769" y="31493"/>
                  <a:pt x="234683" y="0"/>
                  <a:pt x="332603" y="0"/>
                </a:cubicBezTo>
                <a:close/>
              </a:path>
            </a:pathLst>
          </a:custGeom>
          <a:noFill/>
          <a:ln>
            <a:gradFill>
              <a:gsLst>
                <a:gs pos="19000">
                  <a:schemeClr val="accent1">
                    <a:alpha val="0"/>
                  </a:schemeClr>
                </a:gs>
                <a:gs pos="74000">
                  <a:schemeClr val="accent1">
                    <a:alpha val="35000"/>
                  </a:schemeClr>
                </a:gs>
              </a:gsLst>
              <a:lin ang="16200000" scaled="0"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R="0" lvl="0" indent="-228600" font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en-US" sz="6500" b="1" i="0" u="none" strike="noStrike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uFillTx/>
                <a:latin typeface="+mj-lt"/>
                <a:ea typeface="+mj-lt"/>
                <a:cs typeface="Microsoft YaHei" panose="020B0503020204020204" charset="-122"/>
                <a:sym typeface="+mn-lt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en-US" sz="16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150" normalizeH="0" baseline="0" smtClean="0">
                <a:uFillTx/>
                <a:latin typeface="+mj-ea"/>
                <a:ea typeface="+mj-ea"/>
                <a:cs typeface="Microsoft YaHei" panose="020B050302020402020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C:/Users/xiaonian/Downloads/图片1.png图片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30000" contrast="30000"/>
                    </a14:imgEffect>
                  </a14:imgLayer>
                </a14:imgProps>
              </a:ext>
            </a:extLst>
          </a:blip>
          <a:srcRect l="8078" t="-28" r="-8078" b="28"/>
          <a:stretch>
            <a:fillRect/>
          </a:stretch>
        </p:blipFill>
        <p:spPr>
          <a:xfrm>
            <a:off x="318" y="635"/>
            <a:ext cx="12191365" cy="6856095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2000" cy="6857365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11581765" y="6377305"/>
            <a:ext cx="288290" cy="3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45" name="矩形 44"/>
          <p:cNvSpPr/>
          <p:nvPr>
            <p:custDataLst>
              <p:tags r:id="rId4"/>
            </p:custDataLst>
          </p:nvPr>
        </p:nvSpPr>
        <p:spPr>
          <a:xfrm>
            <a:off x="11581765" y="6468745"/>
            <a:ext cx="288290" cy="3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46" name="矩形 45"/>
          <p:cNvSpPr/>
          <p:nvPr>
            <p:custDataLst>
              <p:tags r:id="rId5"/>
            </p:custDataLst>
          </p:nvPr>
        </p:nvSpPr>
        <p:spPr>
          <a:xfrm>
            <a:off x="11581765" y="6561455"/>
            <a:ext cx="288290" cy="38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节编号"/>
          <p:cNvSpPr txBox="1">
            <a:spLocks noGrp="1"/>
          </p:cNvSpPr>
          <p:nvPr>
            <p:ph type="body" idx="4" hasCustomPrompt="1"/>
            <p:custDataLst>
              <p:tags r:id="rId6"/>
            </p:custDataLst>
          </p:nvPr>
        </p:nvSpPr>
        <p:spPr>
          <a:xfrm>
            <a:off x="2078355" y="1539875"/>
            <a:ext cx="8378825" cy="321881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lvl="0" algn="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33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14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200000" scaled="0"/>
                </a:gradFill>
                <a:latin typeface="+mn-lt"/>
                <a:sym typeface="+mn-ea"/>
              </a:defRPr>
            </a:lvl1pPr>
          </a:lstStyle>
          <a:p>
            <a:pPr lvl="0" algn="r" fontAlgn="ctr">
              <a:buClrTx/>
              <a:buSzTx/>
              <a:buFontTx/>
            </a:pPr>
            <a:r>
              <a:rPr dirty="0">
                <a:sym typeface="+mn-ea"/>
              </a:rPr>
              <a:t> text</a:t>
            </a: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7"/>
            </p:custDataLst>
          </p:nvPr>
        </p:nvSpPr>
        <p:spPr>
          <a:xfrm>
            <a:off x="2078990" y="3526155"/>
            <a:ext cx="8378190" cy="227965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algn="r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r" fontAlgn="ctr">
              <a:lnSpc>
                <a:spcPct val="100000"/>
              </a:lnSpc>
            </a:pPr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3" name="文本框 12"/>
          <p:cNvSpPr txBox="1"/>
          <p:nvPr userDrawn="1">
            <p:custDataLst>
              <p:tags r:id="rId8"/>
            </p:custDataLst>
          </p:nvPr>
        </p:nvSpPr>
        <p:spPr>
          <a:xfrm rot="5400000">
            <a:off x="-1866457" y="3103940"/>
            <a:ext cx="4956911" cy="648212"/>
          </a:xfrm>
          <a:custGeom>
            <a:avLst/>
            <a:gdLst/>
            <a:ahLst/>
            <a:cxnLst/>
            <a:rect l="l" t="t" r="r" b="b"/>
            <a:pathLst>
              <a:path w="4956911" h="648212">
                <a:moveTo>
                  <a:pt x="1855486" y="118556"/>
                </a:moveTo>
                <a:cubicBezTo>
                  <a:pt x="1853868" y="136899"/>
                  <a:pt x="1850226" y="154567"/>
                  <a:pt x="1844561" y="171562"/>
                </a:cubicBezTo>
                <a:lnTo>
                  <a:pt x="1772943" y="390465"/>
                </a:lnTo>
                <a:lnTo>
                  <a:pt x="1940053" y="390465"/>
                </a:lnTo>
                <a:lnTo>
                  <a:pt x="1868839" y="173180"/>
                </a:lnTo>
                <a:cubicBezTo>
                  <a:pt x="1864253" y="159423"/>
                  <a:pt x="1861016" y="141215"/>
                  <a:pt x="1859128" y="118556"/>
                </a:cubicBezTo>
                <a:close/>
                <a:moveTo>
                  <a:pt x="2544500" y="114105"/>
                </a:moveTo>
                <a:lnTo>
                  <a:pt x="2544500" y="316418"/>
                </a:lnTo>
                <a:lnTo>
                  <a:pt x="2602362" y="316418"/>
                </a:lnTo>
                <a:cubicBezTo>
                  <a:pt x="2680859" y="316418"/>
                  <a:pt x="2720108" y="282294"/>
                  <a:pt x="2720108" y="214047"/>
                </a:cubicBezTo>
                <a:cubicBezTo>
                  <a:pt x="2720108" y="147419"/>
                  <a:pt x="2681264" y="114105"/>
                  <a:pt x="2603576" y="114105"/>
                </a:cubicBezTo>
                <a:close/>
                <a:moveTo>
                  <a:pt x="4573325" y="112082"/>
                </a:moveTo>
                <a:lnTo>
                  <a:pt x="4573325" y="292545"/>
                </a:lnTo>
                <a:lnTo>
                  <a:pt x="4638875" y="292545"/>
                </a:lnTo>
                <a:cubicBezTo>
                  <a:pt x="4670166" y="292545"/>
                  <a:pt x="4695320" y="283441"/>
                  <a:pt x="4714338" y="265233"/>
                </a:cubicBezTo>
                <a:cubicBezTo>
                  <a:pt x="4733355" y="247025"/>
                  <a:pt x="4742864" y="224298"/>
                  <a:pt x="4742864" y="197053"/>
                </a:cubicBezTo>
                <a:cubicBezTo>
                  <a:pt x="4742864" y="140405"/>
                  <a:pt x="4709010" y="112082"/>
                  <a:pt x="4641302" y="112082"/>
                </a:cubicBezTo>
                <a:close/>
                <a:moveTo>
                  <a:pt x="4439798" y="10520"/>
                </a:moveTo>
                <a:lnTo>
                  <a:pt x="4659511" y="10520"/>
                </a:lnTo>
                <a:cubicBezTo>
                  <a:pt x="4808683" y="10520"/>
                  <a:pt x="4883269" y="67168"/>
                  <a:pt x="4883269" y="180463"/>
                </a:cubicBezTo>
                <a:cubicBezTo>
                  <a:pt x="4883269" y="223084"/>
                  <a:pt x="4870793" y="259635"/>
                  <a:pt x="4845841" y="290117"/>
                </a:cubicBezTo>
                <a:cubicBezTo>
                  <a:pt x="4820889" y="320599"/>
                  <a:pt x="4786563" y="342044"/>
                  <a:pt x="4742864" y="354453"/>
                </a:cubicBezTo>
                <a:lnTo>
                  <a:pt x="4742864" y="356071"/>
                </a:lnTo>
                <a:cubicBezTo>
                  <a:pt x="4771727" y="365782"/>
                  <a:pt x="4803693" y="397613"/>
                  <a:pt x="4838760" y="451563"/>
                </a:cubicBezTo>
                <a:lnTo>
                  <a:pt x="4956911" y="637287"/>
                </a:lnTo>
                <a:lnTo>
                  <a:pt x="4803153" y="637287"/>
                </a:lnTo>
                <a:lnTo>
                  <a:pt x="4704829" y="474222"/>
                </a:lnTo>
                <a:cubicBezTo>
                  <a:pt x="4684597" y="440503"/>
                  <a:pt x="4668008" y="418788"/>
                  <a:pt x="4655060" y="409077"/>
                </a:cubicBezTo>
                <a:cubicBezTo>
                  <a:pt x="4642112" y="399366"/>
                  <a:pt x="4628354" y="394511"/>
                  <a:pt x="4613788" y="394511"/>
                </a:cubicBezTo>
                <a:lnTo>
                  <a:pt x="4573325" y="394511"/>
                </a:lnTo>
                <a:lnTo>
                  <a:pt x="4573325" y="637287"/>
                </a:lnTo>
                <a:lnTo>
                  <a:pt x="4439798" y="637287"/>
                </a:lnTo>
                <a:close/>
                <a:moveTo>
                  <a:pt x="3801623" y="10520"/>
                </a:moveTo>
                <a:lnTo>
                  <a:pt x="4158099" y="10520"/>
                </a:lnTo>
                <a:lnTo>
                  <a:pt x="4158099" y="119769"/>
                </a:lnTo>
                <a:lnTo>
                  <a:pt x="3935150" y="119769"/>
                </a:lnTo>
                <a:lnTo>
                  <a:pt x="3935150" y="267458"/>
                </a:lnTo>
                <a:lnTo>
                  <a:pt x="4142319" y="267458"/>
                </a:lnTo>
                <a:lnTo>
                  <a:pt x="4142319" y="376303"/>
                </a:lnTo>
                <a:lnTo>
                  <a:pt x="3935150" y="376303"/>
                </a:lnTo>
                <a:lnTo>
                  <a:pt x="3935150" y="528038"/>
                </a:lnTo>
                <a:lnTo>
                  <a:pt x="4172666" y="528038"/>
                </a:lnTo>
                <a:lnTo>
                  <a:pt x="4172666" y="637287"/>
                </a:lnTo>
                <a:lnTo>
                  <a:pt x="3801623" y="637287"/>
                </a:lnTo>
                <a:close/>
                <a:moveTo>
                  <a:pt x="3066677" y="10520"/>
                </a:moveTo>
                <a:lnTo>
                  <a:pt x="3557894" y="10520"/>
                </a:lnTo>
                <a:lnTo>
                  <a:pt x="3557894" y="119769"/>
                </a:lnTo>
                <a:lnTo>
                  <a:pt x="3379049" y="119769"/>
                </a:lnTo>
                <a:lnTo>
                  <a:pt x="3379049" y="637287"/>
                </a:lnTo>
                <a:lnTo>
                  <a:pt x="3245118" y="637287"/>
                </a:lnTo>
                <a:lnTo>
                  <a:pt x="3245118" y="119769"/>
                </a:lnTo>
                <a:lnTo>
                  <a:pt x="3066677" y="119769"/>
                </a:lnTo>
                <a:close/>
                <a:moveTo>
                  <a:pt x="2410973" y="10520"/>
                </a:moveTo>
                <a:lnTo>
                  <a:pt x="2626639" y="10520"/>
                </a:lnTo>
                <a:cubicBezTo>
                  <a:pt x="2782555" y="10520"/>
                  <a:pt x="2860513" y="76609"/>
                  <a:pt x="2860513" y="208787"/>
                </a:cubicBezTo>
                <a:cubicBezTo>
                  <a:pt x="2860513" y="272988"/>
                  <a:pt x="2836978" y="324443"/>
                  <a:pt x="2789906" y="363152"/>
                </a:cubicBezTo>
                <a:cubicBezTo>
                  <a:pt x="2742834" y="401862"/>
                  <a:pt x="2683961" y="420407"/>
                  <a:pt x="2613287" y="418788"/>
                </a:cubicBezTo>
                <a:lnTo>
                  <a:pt x="2544500" y="418788"/>
                </a:lnTo>
                <a:lnTo>
                  <a:pt x="2544500" y="637287"/>
                </a:lnTo>
                <a:lnTo>
                  <a:pt x="2410973" y="637287"/>
                </a:lnTo>
                <a:close/>
                <a:moveTo>
                  <a:pt x="1782249" y="10520"/>
                </a:moveTo>
                <a:lnTo>
                  <a:pt x="1939244" y="10520"/>
                </a:lnTo>
                <a:lnTo>
                  <a:pt x="2164216" y="637287"/>
                </a:lnTo>
                <a:lnTo>
                  <a:pt x="2018551" y="637287"/>
                </a:lnTo>
                <a:lnTo>
                  <a:pt x="1971614" y="493644"/>
                </a:lnTo>
                <a:lnTo>
                  <a:pt x="1743809" y="493644"/>
                </a:lnTo>
                <a:lnTo>
                  <a:pt x="1697682" y="637287"/>
                </a:lnTo>
                <a:lnTo>
                  <a:pt x="1552826" y="637287"/>
                </a:lnTo>
                <a:close/>
                <a:moveTo>
                  <a:pt x="772673" y="10520"/>
                </a:moveTo>
                <a:lnTo>
                  <a:pt x="906200" y="10520"/>
                </a:lnTo>
                <a:lnTo>
                  <a:pt x="906200" y="263412"/>
                </a:lnTo>
                <a:lnTo>
                  <a:pt x="1173254" y="263412"/>
                </a:lnTo>
                <a:lnTo>
                  <a:pt x="1173254" y="10520"/>
                </a:lnTo>
                <a:lnTo>
                  <a:pt x="1306780" y="10520"/>
                </a:lnTo>
                <a:lnTo>
                  <a:pt x="1306780" y="637287"/>
                </a:lnTo>
                <a:lnTo>
                  <a:pt x="1173254" y="637287"/>
                </a:lnTo>
                <a:lnTo>
                  <a:pt x="1173254" y="378730"/>
                </a:lnTo>
                <a:lnTo>
                  <a:pt x="906200" y="378730"/>
                </a:lnTo>
                <a:lnTo>
                  <a:pt x="906200" y="637287"/>
                </a:lnTo>
                <a:lnTo>
                  <a:pt x="772673" y="637287"/>
                </a:lnTo>
                <a:close/>
                <a:moveTo>
                  <a:pt x="332603" y="0"/>
                </a:moveTo>
                <a:cubicBezTo>
                  <a:pt x="393836" y="0"/>
                  <a:pt x="445089" y="7958"/>
                  <a:pt x="486361" y="23873"/>
                </a:cubicBezTo>
                <a:lnTo>
                  <a:pt x="486361" y="152949"/>
                </a:lnTo>
                <a:cubicBezTo>
                  <a:pt x="444010" y="128132"/>
                  <a:pt x="395994" y="115723"/>
                  <a:pt x="342314" y="115723"/>
                </a:cubicBezTo>
                <a:cubicBezTo>
                  <a:pt x="281080" y="115723"/>
                  <a:pt x="232120" y="135280"/>
                  <a:pt x="195434" y="174394"/>
                </a:cubicBezTo>
                <a:cubicBezTo>
                  <a:pt x="158748" y="213508"/>
                  <a:pt x="140405" y="264626"/>
                  <a:pt x="140405" y="327747"/>
                </a:cubicBezTo>
                <a:cubicBezTo>
                  <a:pt x="140405" y="389251"/>
                  <a:pt x="157804" y="438750"/>
                  <a:pt x="192602" y="476245"/>
                </a:cubicBezTo>
                <a:cubicBezTo>
                  <a:pt x="227400" y="513741"/>
                  <a:pt x="274471" y="532488"/>
                  <a:pt x="333816" y="532488"/>
                </a:cubicBezTo>
                <a:cubicBezTo>
                  <a:pt x="389655" y="532488"/>
                  <a:pt x="440503" y="519001"/>
                  <a:pt x="486361" y="492026"/>
                </a:cubicBezTo>
                <a:lnTo>
                  <a:pt x="486361" y="614628"/>
                </a:lnTo>
                <a:cubicBezTo>
                  <a:pt x="440773" y="637017"/>
                  <a:pt x="381293" y="648212"/>
                  <a:pt x="307920" y="648212"/>
                </a:cubicBezTo>
                <a:cubicBezTo>
                  <a:pt x="213508" y="648212"/>
                  <a:pt x="138584" y="619955"/>
                  <a:pt x="83150" y="563442"/>
                </a:cubicBezTo>
                <a:cubicBezTo>
                  <a:pt x="27717" y="506930"/>
                  <a:pt x="0" y="431602"/>
                  <a:pt x="0" y="337459"/>
                </a:cubicBezTo>
                <a:cubicBezTo>
                  <a:pt x="0" y="238460"/>
                  <a:pt x="30954" y="157467"/>
                  <a:pt x="92861" y="94480"/>
                </a:cubicBezTo>
                <a:cubicBezTo>
                  <a:pt x="154769" y="31493"/>
                  <a:pt x="234683" y="0"/>
                  <a:pt x="332603" y="0"/>
                </a:cubicBez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en-US"/>
            </a:defPPr>
            <a:lvl1pPr algn="dist" fontAlgn="ctr">
              <a:lnSpc>
                <a:spcPct val="100000"/>
              </a:lnSpc>
              <a:defRPr sz="6500" b="1" cap="all"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>
                          <a:alpha val="100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76805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400805" y="1258887"/>
            <a:ext cx="5095870" cy="492283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94800" y="1258887"/>
            <a:ext cx="5090400" cy="492283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76805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正文"/>
          <p:cNvSpPr txBox="1">
            <a:spLocks noGrp="1"/>
          </p:cNvSpPr>
          <p:nvPr>
            <p:ph idx="6" hasCustomPrompt="1"/>
            <p:custDataLst>
              <p:tags r:id="rId2"/>
            </p:custDataLst>
          </p:nvPr>
        </p:nvSpPr>
        <p:spPr>
          <a:xfrm>
            <a:off x="6235200" y="1688513"/>
            <a:ext cx="5261475" cy="4493212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6235200" y="1258223"/>
            <a:ext cx="5261475" cy="40493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0" tIns="0" rIns="0" bIns="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4"/>
            </p:custDataLst>
          </p:nvPr>
        </p:nvSpPr>
        <p:spPr>
          <a:xfrm>
            <a:off x="695324" y="1688513"/>
            <a:ext cx="5255476" cy="4493212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11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95324" y="1258223"/>
            <a:ext cx="5255476" cy="40493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0" tIns="0" rIns="0" bIns="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5325" y="360000"/>
            <a:ext cx="1080135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768050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alphaModFix amt="5000"/>
          </a:blip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7680500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2"/>
          <a:srcRect t="7663" b="78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768050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6157" t="20158" r="49668" b="29652"/>
          <a:stretch>
            <a:fillRect/>
          </a:stretch>
        </p:blipFill>
        <p:spPr>
          <a:xfrm>
            <a:off x="5623263" y="1003383"/>
            <a:ext cx="509043" cy="4072509"/>
          </a:xfrm>
          <a:custGeom>
            <a:avLst/>
            <a:gdLst>
              <a:gd name="connsiteX0" fmla="*/ 229644 w 509043"/>
              <a:gd name="connsiteY0" fmla="*/ 0 h 4072509"/>
              <a:gd name="connsiteX1" fmla="*/ 509043 w 509043"/>
              <a:gd name="connsiteY1" fmla="*/ 0 h 4072509"/>
              <a:gd name="connsiteX2" fmla="*/ 509043 w 509043"/>
              <a:gd name="connsiteY2" fmla="*/ 4072508 h 4072509"/>
              <a:gd name="connsiteX3" fmla="*/ 239944 w 509043"/>
              <a:gd name="connsiteY3" fmla="*/ 4072508 h 4072509"/>
              <a:gd name="connsiteX4" fmla="*/ 239943 w 509043"/>
              <a:gd name="connsiteY4" fmla="*/ 4072509 h 4072509"/>
              <a:gd name="connsiteX5" fmla="*/ 239942 w 509043"/>
              <a:gd name="connsiteY5" fmla="*/ 4072508 h 4072509"/>
              <a:gd name="connsiteX6" fmla="*/ 229644 w 509043"/>
              <a:gd name="connsiteY6" fmla="*/ 4072508 h 4072509"/>
              <a:gd name="connsiteX7" fmla="*/ 229644 w 509043"/>
              <a:gd name="connsiteY7" fmla="*/ 4063275 h 4072509"/>
              <a:gd name="connsiteX8" fmla="*/ 66872 w 509043"/>
              <a:gd name="connsiteY8" fmla="*/ 4018508 h 4072509"/>
              <a:gd name="connsiteX9" fmla="*/ 11343 w 509043"/>
              <a:gd name="connsiteY9" fmla="*/ 2039638 h 4072509"/>
              <a:gd name="connsiteX10" fmla="*/ 149422 w 509043"/>
              <a:gd name="connsiteY10" fmla="*/ 35368 h 40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9043" h="4072509">
                <a:moveTo>
                  <a:pt x="229644" y="0"/>
                </a:moveTo>
                <a:lnTo>
                  <a:pt x="509043" y="0"/>
                </a:lnTo>
                <a:lnTo>
                  <a:pt x="509043" y="4072508"/>
                </a:lnTo>
                <a:lnTo>
                  <a:pt x="239944" y="4072508"/>
                </a:lnTo>
                <a:lnTo>
                  <a:pt x="239943" y="4072509"/>
                </a:lnTo>
                <a:lnTo>
                  <a:pt x="239942" y="4072508"/>
                </a:lnTo>
                <a:lnTo>
                  <a:pt x="229644" y="4072508"/>
                </a:lnTo>
                <a:lnTo>
                  <a:pt x="229644" y="4063275"/>
                </a:lnTo>
                <a:cubicBezTo>
                  <a:pt x="217719" y="4052586"/>
                  <a:pt x="78796" y="4029197"/>
                  <a:pt x="66872" y="4018508"/>
                </a:cubicBezTo>
                <a:cubicBezTo>
                  <a:pt x="-37297" y="3828951"/>
                  <a:pt x="11343" y="3022022"/>
                  <a:pt x="11343" y="2039638"/>
                </a:cubicBezTo>
                <a:cubicBezTo>
                  <a:pt x="11343" y="1057255"/>
                  <a:pt x="115103" y="269375"/>
                  <a:pt x="149422" y="35368"/>
                </a:cubicBez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4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0" y="4800600"/>
            <a:ext cx="4284345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4284345" y="4004201"/>
            <a:ext cx="6996430" cy="2196682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normAutofit/>
          </a:bodyPr>
          <a:lstStyle>
            <a:lvl1pPr marL="0" marR="0" lvl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58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 rot="10800000">
            <a:off x="11488420" y="4801235"/>
            <a:ext cx="703580" cy="60388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 rot="16200000">
            <a:off x="2647315" y="-2647315"/>
            <a:ext cx="6897370" cy="12192000"/>
          </a:xfrm>
          <a:prstGeom prst="rect">
            <a:avLst/>
          </a:pr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rgbClr val="000815"/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 rot="16200000">
            <a:off x="2647315" y="-2647315"/>
            <a:ext cx="6897370" cy="12192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70000"/>
                </a:schemeClr>
              </a:gs>
              <a:gs pos="74000">
                <a:srgbClr val="000815">
                  <a:alpha val="90000"/>
                </a:srgbClr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图片 2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1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lum bright="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70"/>
            <a:ext cx="12192000" cy="6858000"/>
          </a:xfrm>
          <a:prstGeom prst="rect">
            <a:avLst/>
          </a:prstGeom>
        </p:spPr>
      </p:pic>
      <p:sp>
        <p:nvSpPr>
          <p:cNvPr id="18" name="椭圆 17"/>
          <p:cNvSpPr/>
          <p:nvPr userDrawn="1">
            <p:custDataLst>
              <p:tags r:id="rId4"/>
            </p:custDataLst>
          </p:nvPr>
        </p:nvSpPr>
        <p:spPr>
          <a:xfrm rot="10800000">
            <a:off x="744855" y="5470513"/>
            <a:ext cx="379730" cy="379730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189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2500" lnSpcReduction="20000"/>
          </a:bodyPr>
          <a:lstStyle/>
          <a:p>
            <a:pPr algn="ctr"/>
            <a:endParaRPr lang="en-US" dirty="0"/>
          </a:p>
        </p:txBody>
      </p:sp>
      <p:sp>
        <p:nvSpPr>
          <p:cNvPr id="19" name="箭头: V 形 18"/>
          <p:cNvSpPr/>
          <p:nvPr userDrawn="1">
            <p:custDataLst>
              <p:tags r:id="rId5"/>
            </p:custDataLst>
          </p:nvPr>
        </p:nvSpPr>
        <p:spPr>
          <a:xfrm rot="10800000" flipH="1">
            <a:off x="875665" y="5589893"/>
            <a:ext cx="97790" cy="133350"/>
          </a:xfrm>
          <a:prstGeom prst="chevron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8900000" scaled="1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直接连接符 16"/>
          <p:cNvCxnSpPr/>
          <p:nvPr userDrawn="1">
            <p:custDataLst>
              <p:tags r:id="rId6"/>
            </p:custDataLst>
          </p:nvPr>
        </p:nvCxnSpPr>
        <p:spPr>
          <a:xfrm>
            <a:off x="745106" y="872671"/>
            <a:ext cx="6961505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连接符 1032"/>
          <p:cNvCxnSpPr/>
          <p:nvPr userDrawn="1">
            <p:custDataLst>
              <p:tags r:id="rId7"/>
            </p:custDataLst>
          </p:nvPr>
        </p:nvCxnSpPr>
        <p:spPr>
          <a:xfrm>
            <a:off x="9860280" y="872671"/>
            <a:ext cx="1661160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署名"/>
          <p:cNvSpPr txBox="1">
            <a:spLocks noGrp="1"/>
          </p:cNvSpPr>
          <p:nvPr>
            <p:ph type="body" idx="9" hasCustomPrompt="1"/>
            <p:custDataLst>
              <p:tags r:id="rId8"/>
            </p:custDataLst>
          </p:nvPr>
        </p:nvSpPr>
        <p:spPr>
          <a:xfrm>
            <a:off x="1249680" y="5512423"/>
            <a:ext cx="1953895" cy="3378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平行四边形 10"/>
          <p:cNvSpPr/>
          <p:nvPr userDrawn="1">
            <p:custDataLst>
              <p:tags r:id="rId9"/>
            </p:custDataLst>
          </p:nvPr>
        </p:nvSpPr>
        <p:spPr>
          <a:xfrm>
            <a:off x="913765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平行四边形 9"/>
          <p:cNvSpPr/>
          <p:nvPr userDrawn="1">
            <p:custDataLst>
              <p:tags r:id="rId10"/>
            </p:custDataLst>
          </p:nvPr>
        </p:nvSpPr>
        <p:spPr>
          <a:xfrm>
            <a:off x="104140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平行四边形 8"/>
          <p:cNvSpPr/>
          <p:nvPr userDrawn="1">
            <p:custDataLst>
              <p:tags r:id="rId11"/>
            </p:custDataLst>
          </p:nvPr>
        </p:nvSpPr>
        <p:spPr>
          <a:xfrm>
            <a:off x="116840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平行四边形 21"/>
          <p:cNvSpPr/>
          <p:nvPr userDrawn="1">
            <p:custDataLst>
              <p:tags r:id="rId12"/>
            </p:custDataLst>
          </p:nvPr>
        </p:nvSpPr>
        <p:spPr>
          <a:xfrm>
            <a:off x="1296035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平行四边形 22"/>
          <p:cNvSpPr/>
          <p:nvPr userDrawn="1">
            <p:custDataLst>
              <p:tags r:id="rId13"/>
            </p:custDataLst>
          </p:nvPr>
        </p:nvSpPr>
        <p:spPr>
          <a:xfrm>
            <a:off x="142367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平行四边形 23"/>
          <p:cNvSpPr/>
          <p:nvPr userDrawn="1">
            <p:custDataLst>
              <p:tags r:id="rId14"/>
            </p:custDataLst>
          </p:nvPr>
        </p:nvSpPr>
        <p:spPr>
          <a:xfrm>
            <a:off x="155194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5"/>
            </p:custDataLst>
          </p:nvPr>
        </p:nvSpPr>
        <p:spPr>
          <a:xfrm>
            <a:off x="744220" y="2184400"/>
            <a:ext cx="6687820" cy="32010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00" b="1" i="0" u="none" strike="noStrike" kern="1200" cap="none" spc="0" normalizeH="0" baseline="0" noProof="1" dirty="0">
                <a:solidFill>
                  <a:srgbClr val="FFFFFF"/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16"/>
            </p:custDataLst>
          </p:nvPr>
        </p:nvSpPr>
        <p:spPr>
          <a:xfrm>
            <a:off x="744220" y="1125997"/>
            <a:ext cx="6029960" cy="1019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chemeClr val="accent2">
                      <a:alpha val="34000"/>
                    </a:schemeClr>
                  </a:outerShdw>
                </a:effectLst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 b="1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19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</a:blip>
          <a:srcRect r="79839"/>
          <a:stretch>
            <a:fillRect/>
          </a:stretch>
        </p:blipFill>
        <p:spPr>
          <a:xfrm flipH="1">
            <a:off x="9733935" y="0"/>
            <a:ext cx="2458065" cy="685800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0" y="0"/>
            <a:ext cx="11416030" cy="6858000"/>
          </a:xfrm>
          <a:prstGeom prst="rect">
            <a:avLst/>
          </a:prstGeom>
        </p:spPr>
      </p:pic>
      <p:sp>
        <p:nvSpPr>
          <p:cNvPr id="21" name="矩形 20"/>
          <p:cNvSpPr/>
          <p:nvPr userDrawn="1">
            <p:custDataLst>
              <p:tags r:id="rId3"/>
            </p:custDataLst>
          </p:nvPr>
        </p:nvSpPr>
        <p:spPr>
          <a:xfrm rot="16200000">
            <a:off x="4597399" y="-736603"/>
            <a:ext cx="6858001" cy="8331203"/>
          </a:xfrm>
          <a:prstGeom prst="rect">
            <a:avLst/>
          </a:prstGeom>
          <a:gradFill>
            <a:gsLst>
              <a:gs pos="6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25000"/>
                </a:schemeClr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任意多边形: 形状 16"/>
          <p:cNvSpPr/>
          <p:nvPr>
            <p:custDataLst>
              <p:tags r:id="rId4"/>
            </p:custDataLst>
          </p:nvPr>
        </p:nvSpPr>
        <p:spPr>
          <a:xfrm>
            <a:off x="442336" y="2871879"/>
            <a:ext cx="3251010" cy="1732167"/>
          </a:xfrm>
          <a:custGeom>
            <a:avLst/>
            <a:gdLst>
              <a:gd name="connsiteX0" fmla="*/ 109102 w 2819400"/>
              <a:gd name="connsiteY0" fmla="*/ 0 h 1386703"/>
              <a:gd name="connsiteX1" fmla="*/ 1507986 w 2819400"/>
              <a:gd name="connsiteY1" fmla="*/ 0 h 1386703"/>
              <a:gd name="connsiteX2" fmla="*/ 1847850 w 2819400"/>
              <a:gd name="connsiteY2" fmla="*/ 339864 h 1386703"/>
              <a:gd name="connsiteX3" fmla="*/ 1847850 w 2819400"/>
              <a:gd name="connsiteY3" fmla="*/ 344382 h 1386703"/>
              <a:gd name="connsiteX4" fmla="*/ 2646296 w 2819400"/>
              <a:gd name="connsiteY4" fmla="*/ 344382 h 1386703"/>
              <a:gd name="connsiteX5" fmla="*/ 2819400 w 2819400"/>
              <a:gd name="connsiteY5" fmla="*/ 517486 h 1386703"/>
              <a:gd name="connsiteX6" fmla="*/ 2819400 w 2819400"/>
              <a:gd name="connsiteY6" fmla="*/ 1125966 h 1386703"/>
              <a:gd name="connsiteX7" fmla="*/ 2558663 w 2819400"/>
              <a:gd name="connsiteY7" fmla="*/ 1386703 h 1386703"/>
              <a:gd name="connsiteX8" fmla="*/ 326392 w 2819400"/>
              <a:gd name="connsiteY8" fmla="*/ 1386703 h 1386703"/>
              <a:gd name="connsiteX9" fmla="*/ 0 w 2819400"/>
              <a:gd name="connsiteY9" fmla="*/ 1060311 h 1386703"/>
              <a:gd name="connsiteX10" fmla="*/ 0 w 2819400"/>
              <a:gd name="connsiteY10" fmla="*/ 109102 h 1386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9400" h="1386703">
                <a:moveTo>
                  <a:pt x="109102" y="0"/>
                </a:moveTo>
                <a:lnTo>
                  <a:pt x="1507986" y="0"/>
                </a:lnTo>
                <a:lnTo>
                  <a:pt x="1847850" y="339864"/>
                </a:lnTo>
                <a:lnTo>
                  <a:pt x="1847850" y="344382"/>
                </a:lnTo>
                <a:lnTo>
                  <a:pt x="2646296" y="344382"/>
                </a:lnTo>
                <a:lnTo>
                  <a:pt x="2819400" y="517486"/>
                </a:lnTo>
                <a:lnTo>
                  <a:pt x="2819400" y="1125966"/>
                </a:lnTo>
                <a:lnTo>
                  <a:pt x="2558663" y="1386703"/>
                </a:lnTo>
                <a:lnTo>
                  <a:pt x="326392" y="1386703"/>
                </a:lnTo>
                <a:lnTo>
                  <a:pt x="0" y="1060311"/>
                </a:lnTo>
                <a:lnTo>
                  <a:pt x="0" y="10910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50000"/>
                </a:schemeClr>
              </a:gs>
            </a:gsLst>
            <a:lin ang="0" scaled="1"/>
          </a:gradFill>
          <a:ln>
            <a:gradFill flip="none" rotWithShape="1">
              <a:gsLst>
                <a:gs pos="0">
                  <a:schemeClr val="bg1">
                    <a:lumMod val="5000"/>
                    <a:lumOff val="95000"/>
                  </a:schemeClr>
                </a:gs>
                <a:gs pos="100000">
                  <a:schemeClr val="accent1">
                    <a:alpha val="0"/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8" name="加号 7"/>
          <p:cNvSpPr/>
          <p:nvPr>
            <p:custDataLst>
              <p:tags r:id="rId5"/>
            </p:custDataLst>
          </p:nvPr>
        </p:nvSpPr>
        <p:spPr>
          <a:xfrm rot="2781836">
            <a:off x="550718" y="3335569"/>
            <a:ext cx="1320680" cy="1320680"/>
          </a:xfrm>
          <a:prstGeom prst="mathPlus">
            <a:avLst>
              <a:gd name="adj1" fmla="val 14727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67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0000" lnSpcReduction="20000"/>
          </a:bodyPr>
          <a:lstStyle/>
          <a:p>
            <a:pPr algn="ctr"/>
            <a:endParaRPr lang="en-US"/>
          </a:p>
        </p:txBody>
      </p: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613261" y="3447263"/>
            <a:ext cx="264698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0"/>
                    <a:lumMod val="45000"/>
                    <a:lumOff val="55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V 形 22"/>
          <p:cNvSpPr/>
          <p:nvPr>
            <p:custDataLst>
              <p:tags r:id="rId7"/>
            </p:custDataLst>
          </p:nvPr>
        </p:nvSpPr>
        <p:spPr>
          <a:xfrm>
            <a:off x="3371215" y="4484370"/>
            <a:ext cx="218440" cy="287020"/>
          </a:xfrm>
          <a:prstGeom prst="chevron">
            <a:avLst>
              <a:gd name="adj" fmla="val 63333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箭头: V 形 23"/>
          <p:cNvSpPr/>
          <p:nvPr>
            <p:custDataLst>
              <p:tags r:id="rId8"/>
            </p:custDataLst>
          </p:nvPr>
        </p:nvSpPr>
        <p:spPr>
          <a:xfrm>
            <a:off x="3535045" y="4484370"/>
            <a:ext cx="218440" cy="287020"/>
          </a:xfrm>
          <a:prstGeom prst="chevron">
            <a:avLst>
              <a:gd name="adj" fmla="val 63333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箭头: V 形 24"/>
          <p:cNvSpPr/>
          <p:nvPr>
            <p:custDataLst>
              <p:tags r:id="rId9"/>
            </p:custDataLst>
          </p:nvPr>
        </p:nvSpPr>
        <p:spPr>
          <a:xfrm>
            <a:off x="3699510" y="4484370"/>
            <a:ext cx="218440" cy="287020"/>
          </a:xfrm>
          <a:prstGeom prst="chevron">
            <a:avLst>
              <a:gd name="adj" fmla="val 63333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箭头: V 形 25"/>
          <p:cNvSpPr/>
          <p:nvPr>
            <p:custDataLst>
              <p:tags r:id="rId10"/>
            </p:custDataLst>
          </p:nvPr>
        </p:nvSpPr>
        <p:spPr>
          <a:xfrm>
            <a:off x="3863975" y="4484370"/>
            <a:ext cx="218440" cy="287020"/>
          </a:xfrm>
          <a:prstGeom prst="chevron">
            <a:avLst>
              <a:gd name="adj" fmla="val 63333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>
            <p:custDataLst>
              <p:tags r:id="rId11"/>
            </p:custDataLst>
          </p:nvPr>
        </p:nvSpPr>
        <p:spPr>
          <a:xfrm>
            <a:off x="4027805" y="4484370"/>
            <a:ext cx="218440" cy="287020"/>
          </a:xfrm>
          <a:prstGeom prst="chevron">
            <a:avLst>
              <a:gd name="adj" fmla="val 63333"/>
            </a:avLst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0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6" name="直接连接符 35"/>
          <p:cNvCxnSpPr/>
          <p:nvPr>
            <p:custDataLst>
              <p:tags r:id="rId12"/>
            </p:custDataLst>
          </p:nvPr>
        </p:nvCxnSpPr>
        <p:spPr>
          <a:xfrm>
            <a:off x="439766" y="783771"/>
            <a:ext cx="1479196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3"/>
            </p:custDataLst>
          </p:nvPr>
        </p:nvCxnSpPr>
        <p:spPr>
          <a:xfrm>
            <a:off x="3503364" y="783771"/>
            <a:ext cx="8203565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1612265" y="3436620"/>
            <a:ext cx="4706122" cy="1195705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rgbClr val="FFFFFF"/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>
            <p:custDataLst>
              <p:tags r:id="rId1"/>
            </p:custDataLst>
          </p:nvPr>
        </p:nvSpPr>
        <p:spPr>
          <a:xfrm rot="162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rgbClr val="000815"/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 rot="162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70000"/>
                </a:schemeClr>
              </a:gs>
              <a:gs pos="74000">
                <a:schemeClr val="accent1">
                  <a:lumMod val="17000"/>
                </a:schemeClr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图片 4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0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3393440" y="0"/>
            <a:ext cx="8798560" cy="6858000"/>
          </a:xfrm>
          <a:prstGeom prst="rect">
            <a:avLst/>
          </a:prstGeom>
        </p:spPr>
      </p:pic>
      <p:sp>
        <p:nvSpPr>
          <p:cNvPr id="18" name="椭圆 17"/>
          <p:cNvSpPr/>
          <p:nvPr userDrawn="1">
            <p:custDataLst>
              <p:tags r:id="rId4"/>
            </p:custDataLst>
          </p:nvPr>
        </p:nvSpPr>
        <p:spPr>
          <a:xfrm>
            <a:off x="758825" y="2395245"/>
            <a:ext cx="379730" cy="379730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189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7500" lnSpcReduction="20000"/>
          </a:bodyPr>
          <a:lstStyle/>
          <a:p>
            <a:pPr algn="ctr"/>
            <a:endParaRPr lang="en-US" dirty="0"/>
          </a:p>
        </p:txBody>
      </p:sp>
      <p:sp>
        <p:nvSpPr>
          <p:cNvPr id="19" name="箭头: V 形 18"/>
          <p:cNvSpPr/>
          <p:nvPr userDrawn="1">
            <p:custDataLst>
              <p:tags r:id="rId5"/>
            </p:custDataLst>
          </p:nvPr>
        </p:nvSpPr>
        <p:spPr>
          <a:xfrm>
            <a:off x="909955" y="2522245"/>
            <a:ext cx="97790" cy="133350"/>
          </a:xfrm>
          <a:prstGeom prst="chevron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8900000" scaled="1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4" name="直接连接符 33"/>
          <p:cNvCxnSpPr/>
          <p:nvPr userDrawn="1">
            <p:custDataLst>
              <p:tags r:id="rId6"/>
            </p:custDataLst>
          </p:nvPr>
        </p:nvCxnSpPr>
        <p:spPr>
          <a:xfrm>
            <a:off x="747011" y="821871"/>
            <a:ext cx="7792720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连接符 1032"/>
          <p:cNvCxnSpPr/>
          <p:nvPr userDrawn="1">
            <p:custDataLst>
              <p:tags r:id="rId7"/>
            </p:custDataLst>
          </p:nvPr>
        </p:nvCxnSpPr>
        <p:spPr>
          <a:xfrm>
            <a:off x="9661208" y="821871"/>
            <a:ext cx="1845310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"/>
          <p:cNvSpPr txBox="1">
            <a:spLocks noGrp="1"/>
          </p:cNvSpPr>
          <p:nvPr>
            <p:ph type="title" idx="8" hasCustomPrompt="1"/>
            <p:custDataLst>
              <p:tags r:id="rId8"/>
            </p:custDataLst>
          </p:nvPr>
        </p:nvSpPr>
        <p:spPr>
          <a:xfrm>
            <a:off x="636270" y="2896260"/>
            <a:ext cx="5557520" cy="3013074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rgbClr val="FFFFFF"/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0" name="副标题"/>
          <p:cNvSpPr txBox="1">
            <a:spLocks noGrp="1"/>
          </p:cNvSpPr>
          <p:nvPr>
            <p:ph type="body" idx="7" hasCustomPrompt="1"/>
            <p:custDataLst>
              <p:tags r:id="rId9"/>
            </p:custDataLst>
          </p:nvPr>
        </p:nvSpPr>
        <p:spPr>
          <a:xfrm>
            <a:off x="1169035" y="1977415"/>
            <a:ext cx="5024755" cy="918845"/>
          </a:xfrm>
          <a:prstGeom prst="rect">
            <a:avLst/>
          </a:prstGeom>
          <a:noFill/>
        </p:spPr>
        <p:txBody>
          <a:bodyPr wrap="none" lIns="71755" tIns="0" rIns="71755" bIns="0" rtlCol="0" anchor="b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chemeClr val="accent2">
                      <a:alpha val="34000"/>
                    </a:schemeClr>
                  </a:outerShdw>
                </a:effectLst>
                <a:latin typeface="+mn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平行四边形 7"/>
          <p:cNvSpPr/>
          <p:nvPr userDrawn="1">
            <p:custDataLst>
              <p:tags r:id="rId10"/>
            </p:custDataLst>
          </p:nvPr>
        </p:nvSpPr>
        <p:spPr>
          <a:xfrm>
            <a:off x="913765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平行四边形 6"/>
          <p:cNvSpPr/>
          <p:nvPr userDrawn="1">
            <p:custDataLst>
              <p:tags r:id="rId11"/>
            </p:custDataLst>
          </p:nvPr>
        </p:nvSpPr>
        <p:spPr>
          <a:xfrm>
            <a:off x="104140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平行四边形 8"/>
          <p:cNvSpPr/>
          <p:nvPr userDrawn="1">
            <p:custDataLst>
              <p:tags r:id="rId12"/>
            </p:custDataLst>
          </p:nvPr>
        </p:nvSpPr>
        <p:spPr>
          <a:xfrm>
            <a:off x="116840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平行四边形 21"/>
          <p:cNvSpPr/>
          <p:nvPr userDrawn="1">
            <p:custDataLst>
              <p:tags r:id="rId13"/>
            </p:custDataLst>
          </p:nvPr>
        </p:nvSpPr>
        <p:spPr>
          <a:xfrm>
            <a:off x="1296035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平行四边形 22"/>
          <p:cNvSpPr/>
          <p:nvPr userDrawn="1">
            <p:custDataLst>
              <p:tags r:id="rId14"/>
            </p:custDataLst>
          </p:nvPr>
        </p:nvSpPr>
        <p:spPr>
          <a:xfrm>
            <a:off x="142367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平行四边形 23"/>
          <p:cNvSpPr/>
          <p:nvPr userDrawn="1">
            <p:custDataLst>
              <p:tags r:id="rId15"/>
            </p:custDataLst>
          </p:nvPr>
        </p:nvSpPr>
        <p:spPr>
          <a:xfrm>
            <a:off x="155194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="1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5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643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b="1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8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标题 10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 b="1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643" y="360000"/>
            <a:ext cx="10515600" cy="864000"/>
          </a:xfrm>
        </p:spPr>
        <p:txBody>
          <a:bodyPr wrap="square">
            <a:normAutofit/>
          </a:bodyPr>
          <a:lstStyle>
            <a:lvl1pPr>
              <a:defRPr b="1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 rot="16200000">
            <a:off x="2647315" y="-2647315"/>
            <a:ext cx="6897370" cy="12192000"/>
          </a:xfrm>
          <a:prstGeom prst="rect">
            <a:avLst/>
          </a:pr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rgbClr val="000815"/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 rot="16200000">
            <a:off x="2647315" y="-2647315"/>
            <a:ext cx="6897370" cy="12192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70000"/>
                </a:schemeClr>
              </a:gs>
              <a:gs pos="74000">
                <a:srgbClr val="000815">
                  <a:alpha val="90000"/>
                </a:srgbClr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图片 2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0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lum bright="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35"/>
            <a:ext cx="12192000" cy="6858635"/>
          </a:xfrm>
          <a:prstGeom prst="rect">
            <a:avLst/>
          </a:prstGeom>
        </p:spPr>
      </p:pic>
      <p:sp>
        <p:nvSpPr>
          <p:cNvPr id="18" name="椭圆 17"/>
          <p:cNvSpPr/>
          <p:nvPr userDrawn="1">
            <p:custDataLst>
              <p:tags r:id="rId4"/>
            </p:custDataLst>
          </p:nvPr>
        </p:nvSpPr>
        <p:spPr>
          <a:xfrm rot="10800000">
            <a:off x="744855" y="4264660"/>
            <a:ext cx="379730" cy="379730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189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endParaRPr lang="en-US" dirty="0"/>
          </a:p>
        </p:txBody>
      </p:sp>
      <p:sp>
        <p:nvSpPr>
          <p:cNvPr id="19" name="箭头: V 形 18"/>
          <p:cNvSpPr/>
          <p:nvPr userDrawn="1">
            <p:custDataLst>
              <p:tags r:id="rId5"/>
            </p:custDataLst>
          </p:nvPr>
        </p:nvSpPr>
        <p:spPr>
          <a:xfrm rot="10800000" flipH="1">
            <a:off x="875665" y="4384040"/>
            <a:ext cx="97790" cy="133350"/>
          </a:xfrm>
          <a:prstGeom prst="chevron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8900000" scaled="1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直接连接符 16"/>
          <p:cNvCxnSpPr/>
          <p:nvPr userDrawn="1">
            <p:custDataLst>
              <p:tags r:id="rId6"/>
            </p:custDataLst>
          </p:nvPr>
        </p:nvCxnSpPr>
        <p:spPr>
          <a:xfrm>
            <a:off x="745106" y="872671"/>
            <a:ext cx="6961505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连接符 1032"/>
          <p:cNvCxnSpPr/>
          <p:nvPr userDrawn="1">
            <p:custDataLst>
              <p:tags r:id="rId7"/>
            </p:custDataLst>
          </p:nvPr>
        </p:nvCxnSpPr>
        <p:spPr>
          <a:xfrm>
            <a:off x="9860280" y="872671"/>
            <a:ext cx="1661160" cy="0"/>
          </a:xfrm>
          <a:prstGeom prst="line">
            <a:avLst/>
          </a:prstGeom>
          <a:ln w="12700">
            <a:solidFill>
              <a:schemeClr val="accent2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署名"/>
          <p:cNvSpPr txBox="1">
            <a:spLocks noGrp="1"/>
          </p:cNvSpPr>
          <p:nvPr>
            <p:ph type="body" idx="8" hasCustomPrompt="1"/>
            <p:custDataLst>
              <p:tags r:id="rId8"/>
            </p:custDataLst>
          </p:nvPr>
        </p:nvSpPr>
        <p:spPr>
          <a:xfrm>
            <a:off x="1250315" y="4306570"/>
            <a:ext cx="5524500" cy="3378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平行四边形 9"/>
          <p:cNvSpPr/>
          <p:nvPr userDrawn="1">
            <p:custDataLst>
              <p:tags r:id="rId9"/>
            </p:custDataLst>
          </p:nvPr>
        </p:nvSpPr>
        <p:spPr>
          <a:xfrm>
            <a:off x="913765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平行四边形 7"/>
          <p:cNvSpPr/>
          <p:nvPr userDrawn="1">
            <p:custDataLst>
              <p:tags r:id="rId10"/>
            </p:custDataLst>
          </p:nvPr>
        </p:nvSpPr>
        <p:spPr>
          <a:xfrm>
            <a:off x="104140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平行四边形 8"/>
          <p:cNvSpPr/>
          <p:nvPr userDrawn="1">
            <p:custDataLst>
              <p:tags r:id="rId11"/>
            </p:custDataLst>
          </p:nvPr>
        </p:nvSpPr>
        <p:spPr>
          <a:xfrm>
            <a:off x="116840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平行四边形 21"/>
          <p:cNvSpPr/>
          <p:nvPr userDrawn="1">
            <p:custDataLst>
              <p:tags r:id="rId12"/>
            </p:custDataLst>
          </p:nvPr>
        </p:nvSpPr>
        <p:spPr>
          <a:xfrm>
            <a:off x="1296035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平行四边形 22"/>
          <p:cNvSpPr/>
          <p:nvPr userDrawn="1">
            <p:custDataLst>
              <p:tags r:id="rId13"/>
            </p:custDataLst>
          </p:nvPr>
        </p:nvSpPr>
        <p:spPr>
          <a:xfrm>
            <a:off x="142367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平行四边形 23"/>
          <p:cNvSpPr/>
          <p:nvPr userDrawn="1">
            <p:custDataLst>
              <p:tags r:id="rId14"/>
            </p:custDataLst>
          </p:nvPr>
        </p:nvSpPr>
        <p:spPr>
          <a:xfrm>
            <a:off x="1551940" y="561340"/>
            <a:ext cx="127635" cy="144145"/>
          </a:xfrm>
          <a:prstGeom prst="parallelogram">
            <a:avLst>
              <a:gd name="adj" fmla="val 61736"/>
            </a:avLst>
          </a:prstGeom>
          <a:solidFill>
            <a:schemeClr val="accent1"/>
          </a:solidFill>
          <a:ln>
            <a:noFill/>
            <a:prstDash val="solid"/>
          </a:ln>
          <a:effectLst>
            <a:outerShdw blurRad="1397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744855" y="1696720"/>
            <a:ext cx="6029960" cy="19494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rgbClr val="FFFFFF"/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H="1">
            <a:off x="7106285" y="2912110"/>
            <a:ext cx="1763395" cy="176339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6" name="矩形: 圆顶角 12"/>
          <p:cNvSpPr/>
          <p:nvPr>
            <p:custDataLst>
              <p:tags r:id="rId3"/>
            </p:custDataLst>
          </p:nvPr>
        </p:nvSpPr>
        <p:spPr>
          <a:xfrm rot="18900000" flipH="1">
            <a:off x="2332990" y="1199515"/>
            <a:ext cx="1979930" cy="368554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5" name="矩形: 圆顶角 13"/>
          <p:cNvSpPr/>
          <p:nvPr>
            <p:custDataLst>
              <p:tags r:id="rId4"/>
            </p:custDataLst>
          </p:nvPr>
        </p:nvSpPr>
        <p:spPr>
          <a:xfrm rot="8100000" flipH="1">
            <a:off x="2037080" y="2382520"/>
            <a:ext cx="1979930" cy="373697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任意多边形: 形状 11"/>
          <p:cNvSpPr/>
          <p:nvPr>
            <p:custDataLst>
              <p:tags r:id="rId5"/>
            </p:custDataLst>
          </p:nvPr>
        </p:nvSpPr>
        <p:spPr>
          <a:xfrm flipH="1">
            <a:off x="10198733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6"/>
            </p:custDataLst>
          </p:nvPr>
        </p:nvCxnSpPr>
        <p:spPr>
          <a:xfrm>
            <a:off x="114490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114490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4490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0654665" y="6252210"/>
            <a:ext cx="107950" cy="1079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090231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040701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图片 56" descr="箭头 右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12875" y="6229350"/>
            <a:ext cx="153670" cy="153670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1144905" y="6229350"/>
            <a:ext cx="153670" cy="15367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14"/>
            </p:custDataLst>
          </p:nvPr>
        </p:nvSpPr>
        <p:spPr>
          <a:xfrm>
            <a:off x="4460086" y="583854"/>
            <a:ext cx="6724805" cy="87689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200" b="1" i="0" u="none" strike="noStrike" kern="1200" cap="none" spc="0" normalizeH="0" baseline="0" noProof="1" dirty="0">
                <a:gradFill>
                  <a:gsLst>
                    <a:gs pos="7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7800000" scaled="0"/>
                </a:gradFill>
                <a:latin typeface="+mj-lt"/>
              </a:defRPr>
            </a:lvl1pPr>
          </a:lstStyle>
          <a:p>
            <a:pPr lvl="0" algn="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5"/>
            </p:custDataLst>
          </p:nvPr>
        </p:nvSpPr>
        <p:spPr>
          <a:xfrm>
            <a:off x="4460240" y="1561719"/>
            <a:ext cx="6724650" cy="33532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9240890" y="5051532"/>
            <a:ext cx="1944000" cy="45727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正文"/>
          <p:cNvSpPr txBox="1">
            <a:spLocks noGrp="1"/>
          </p:cNvSpPr>
          <p:nvPr>
            <p:ph idx="6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5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顶角 12"/>
          <p:cNvSpPr/>
          <p:nvPr>
            <p:custDataLst>
              <p:tags r:id="rId7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任意多边形: 形状 4"/>
          <p:cNvSpPr/>
          <p:nvPr>
            <p:custDataLst>
              <p:tags r:id="rId2"/>
            </p:custDataLst>
          </p:nvPr>
        </p:nvSpPr>
        <p:spPr>
          <a:xfrm flipH="1">
            <a:off x="1027556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3"/>
            </p:custDataLst>
          </p:nvPr>
        </p:nvCxnSpPr>
        <p:spPr>
          <a:xfrm>
            <a:off x="114490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4"/>
            </p:custDataLst>
          </p:nvPr>
        </p:nvCxnSpPr>
        <p:spPr>
          <a:xfrm>
            <a:off x="114490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>
            <a:off x="114490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顶角 12"/>
          <p:cNvSpPr/>
          <p:nvPr>
            <p:custDataLst>
              <p:tags r:id="rId6"/>
            </p:custDataLst>
          </p:nvPr>
        </p:nvSpPr>
        <p:spPr>
          <a:xfrm rot="16200000" flipH="1">
            <a:off x="1751330" y="2410460"/>
            <a:ext cx="1711325" cy="31845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矩形: 圆顶角 13"/>
          <p:cNvSpPr/>
          <p:nvPr>
            <p:custDataLst>
              <p:tags r:id="rId7"/>
            </p:custDataLst>
          </p:nvPr>
        </p:nvSpPr>
        <p:spPr>
          <a:xfrm rot="5400000" flipH="1">
            <a:off x="2086610" y="3187065"/>
            <a:ext cx="1711325" cy="322897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1739264" y="1067435"/>
            <a:ext cx="4524597" cy="907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H="1">
            <a:off x="7226300" y="2954655"/>
            <a:ext cx="1763395" cy="176339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5" name="矩形: 圆顶角 12"/>
          <p:cNvSpPr/>
          <p:nvPr>
            <p:custDataLst>
              <p:tags r:id="rId3"/>
            </p:custDataLst>
          </p:nvPr>
        </p:nvSpPr>
        <p:spPr>
          <a:xfrm flipH="1">
            <a:off x="2816225" y="1450340"/>
            <a:ext cx="1893570" cy="352425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4"/>
            </p:custDataLst>
          </p:nvPr>
        </p:nvSpPr>
        <p:spPr>
          <a:xfrm rot="10800000" flipH="1">
            <a:off x="1900555" y="1906270"/>
            <a:ext cx="1893570" cy="357314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95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" name="任意多边形: 形状 9"/>
          <p:cNvSpPr/>
          <p:nvPr>
            <p:custDataLst>
              <p:tags r:id="rId5"/>
            </p:custDataLst>
          </p:nvPr>
        </p:nvSpPr>
        <p:spPr>
          <a:xfrm flipH="1">
            <a:off x="10156823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6"/>
            </p:custDataLst>
          </p:nvPr>
        </p:nvCxnSpPr>
        <p:spPr>
          <a:xfrm>
            <a:off x="114490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114490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>
            <a:off x="114490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0348595" y="6252210"/>
            <a:ext cx="107950" cy="1079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059624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0100945" y="6252210"/>
            <a:ext cx="107950" cy="1079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图片 56" descr="箭头 右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12875" y="6229350"/>
            <a:ext cx="153670" cy="153670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flipH="1">
            <a:off x="1144905" y="6229350"/>
            <a:ext cx="153670" cy="15367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4"/>
            </p:custDataLst>
          </p:nvPr>
        </p:nvSpPr>
        <p:spPr>
          <a:xfrm>
            <a:off x="4709795" y="2879090"/>
            <a:ext cx="6257925" cy="3349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r"/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" hasCustomPrompt="1"/>
            <p:custDataLst>
              <p:tags r:id="rId15"/>
            </p:custDataLst>
          </p:nvPr>
        </p:nvSpPr>
        <p:spPr>
          <a:xfrm>
            <a:off x="6238875" y="1652270"/>
            <a:ext cx="4728845" cy="115189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gradFill>
                  <a:gsLst>
                    <a:gs pos="7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7800000" scaled="0"/>
                </a:gradFill>
                <a:latin typeface="+mn-lt"/>
              </a:defRPr>
            </a:lvl1pPr>
          </a:lstStyle>
          <a:p>
            <a:pPr lvl="0" algn="r">
              <a:lnSpc>
                <a:spcPct val="12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正文"/>
          <p:cNvSpPr txBox="1">
            <a:spLocks noGrp="1"/>
          </p:cNvSpPr>
          <p:nvPr>
            <p:ph idx="7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6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5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5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6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7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8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8" name="正文"/>
          <p:cNvSpPr txBox="1">
            <a:spLocks noGrp="1"/>
          </p:cNvSpPr>
          <p:nvPr>
            <p:ph idx="9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8" hasCustomPrompt="1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7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6" hasCustomPrompt="1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7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0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6" name="矩形: 圆顶角 12"/>
          <p:cNvSpPr/>
          <p:nvPr>
            <p:custDataLst>
              <p:tags r:id="rId3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6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标题"/>
          <p:cNvSpPr txBox="1">
            <a:spLocks noGrp="1"/>
          </p:cNvSpPr>
          <p:nvPr>
            <p:ph type="title" idx="6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3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7" name="直接连接符 6"/>
          <p:cNvCxnSpPr/>
          <p:nvPr>
            <p:custDataLst>
              <p:tags r:id="rId4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6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flipH="1">
            <a:off x="2155825" y="1458505"/>
            <a:ext cx="1763395" cy="1763395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0" name="任意多边形: 形状 6"/>
          <p:cNvSpPr/>
          <p:nvPr>
            <p:custDataLst>
              <p:tags r:id="rId3"/>
            </p:custDataLst>
          </p:nvPr>
        </p:nvSpPr>
        <p:spPr>
          <a:xfrm flipH="1">
            <a:off x="10275568" y="0"/>
            <a:ext cx="1490346" cy="807593"/>
          </a:xfrm>
          <a:custGeom>
            <a:avLst/>
            <a:gdLst>
              <a:gd name="connsiteX0" fmla="*/ 1484054 w 1490346"/>
              <a:gd name="connsiteY0" fmla="*/ 0 h 807593"/>
              <a:gd name="connsiteX1" fmla="*/ 6292 w 1490346"/>
              <a:gd name="connsiteY1" fmla="*/ 0 h 807593"/>
              <a:gd name="connsiteX2" fmla="*/ 0 w 1490346"/>
              <a:gd name="connsiteY2" fmla="*/ 62420 h 807593"/>
              <a:gd name="connsiteX3" fmla="*/ 745173 w 1490346"/>
              <a:gd name="connsiteY3" fmla="*/ 807593 h 807593"/>
              <a:gd name="connsiteX4" fmla="*/ 1490346 w 1490346"/>
              <a:gd name="connsiteY4" fmla="*/ 62420 h 8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07593">
                <a:moveTo>
                  <a:pt x="1484054" y="0"/>
                </a:moveTo>
                <a:lnTo>
                  <a:pt x="6292" y="0"/>
                </a:lnTo>
                <a:lnTo>
                  <a:pt x="0" y="62420"/>
                </a:lnTo>
                <a:cubicBezTo>
                  <a:pt x="0" y="473968"/>
                  <a:pt x="333625" y="807593"/>
                  <a:pt x="745173" y="807593"/>
                </a:cubicBezTo>
                <a:cubicBezTo>
                  <a:pt x="1156721" y="807593"/>
                  <a:pt x="1490346" y="473968"/>
                  <a:pt x="1490346" y="6242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837565" y="60134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837565" y="65976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6"/>
            </p:custDataLst>
          </p:nvPr>
        </p:nvCxnSpPr>
        <p:spPr>
          <a:xfrm>
            <a:off x="837565" y="718185"/>
            <a:ext cx="1828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箭头 右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5535" y="6229350"/>
            <a:ext cx="153670" cy="153670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837565" y="6229350"/>
            <a:ext cx="153670" cy="153670"/>
          </a:xfrm>
          <a:prstGeom prst="rect">
            <a:avLst/>
          </a:prstGeom>
        </p:spPr>
      </p:pic>
      <p:sp>
        <p:nvSpPr>
          <p:cNvPr id="18" name="矩形: 圆顶角 12"/>
          <p:cNvSpPr/>
          <p:nvPr>
            <p:custDataLst>
              <p:tags r:id="rId9"/>
            </p:custDataLst>
          </p:nvPr>
        </p:nvSpPr>
        <p:spPr>
          <a:xfrm rot="18900000" flipH="1">
            <a:off x="8013065" y="1040130"/>
            <a:ext cx="2052955" cy="382143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" name="矩形: 圆顶角 13"/>
          <p:cNvSpPr/>
          <p:nvPr>
            <p:custDataLst>
              <p:tags r:id="rId10"/>
            </p:custDataLst>
          </p:nvPr>
        </p:nvSpPr>
        <p:spPr>
          <a:xfrm rot="8100000" flipH="1">
            <a:off x="7706360" y="2266315"/>
            <a:ext cx="2052955" cy="387413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837565" y="2507010"/>
            <a:ext cx="7294880" cy="1011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6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837565" y="3988960"/>
            <a:ext cx="1944000" cy="45727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" y="0"/>
            <a:ext cx="12169827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994711" y="4309110"/>
            <a:ext cx="2158430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5984875" y="3815715"/>
            <a:ext cx="5229860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4284980" y="984885"/>
            <a:ext cx="6929755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876915" y="1054100"/>
            <a:ext cx="642620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190230" y="3277235"/>
            <a:ext cx="448945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624185" y="4663440"/>
            <a:ext cx="819150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788669" y="835660"/>
            <a:ext cx="7602039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0"/>
            <a:ext cx="12182475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309485" y="2189480"/>
            <a:ext cx="780415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164320" y="1170305"/>
            <a:ext cx="642620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02309" y="2189480"/>
            <a:ext cx="6804480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5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8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124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8976049" y="4321810"/>
            <a:ext cx="2177091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5059680" y="2042795"/>
            <a:ext cx="6155055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1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18" Type="http://schemas.openxmlformats.org/officeDocument/2006/relationships/tags" Target="../tags/tag68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ags" Target="../tags/tag67.xml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66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65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18" Type="http://schemas.openxmlformats.org/officeDocument/2006/relationships/tags" Target="../tags/tag17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ags" Target="../tags/tag171.xml"/><Relationship Id="rId2" Type="http://schemas.openxmlformats.org/officeDocument/2006/relationships/slideLayout" Target="../slideLayouts/slideLayout36.xml"/><Relationship Id="rId16" Type="http://schemas.openxmlformats.org/officeDocument/2006/relationships/tags" Target="../tags/tag17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ags" Target="../tags/tag169.xml"/><Relationship Id="rId10" Type="http://schemas.openxmlformats.org/officeDocument/2006/relationships/slideLayout" Target="../slideLayouts/slideLayout44.xml"/><Relationship Id="rId19" Type="http://schemas.openxmlformats.org/officeDocument/2006/relationships/tags" Target="../tags/tag17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tags" Target="../tags/tag16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18" Type="http://schemas.openxmlformats.org/officeDocument/2006/relationships/tags" Target="../tags/tag271.xml"/><Relationship Id="rId3" Type="http://schemas.openxmlformats.org/officeDocument/2006/relationships/slideLayout" Target="../slideLayouts/slideLayout49.xml"/><Relationship Id="rId21" Type="http://schemas.openxmlformats.org/officeDocument/2006/relationships/tags" Target="../tags/tag274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tags" Target="../tags/tag270.xml"/><Relationship Id="rId2" Type="http://schemas.openxmlformats.org/officeDocument/2006/relationships/slideLayout" Target="../slideLayouts/slideLayout48.xml"/><Relationship Id="rId16" Type="http://schemas.openxmlformats.org/officeDocument/2006/relationships/tags" Target="../tags/tag269.xml"/><Relationship Id="rId20" Type="http://schemas.openxmlformats.org/officeDocument/2006/relationships/tags" Target="../tags/tag273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6.xml"/><Relationship Id="rId19" Type="http://schemas.openxmlformats.org/officeDocument/2006/relationships/tags" Target="../tags/tag272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image" Target="../media/image10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18" Type="http://schemas.openxmlformats.org/officeDocument/2006/relationships/tags" Target="../tags/tag364.xml"/><Relationship Id="rId3" Type="http://schemas.openxmlformats.org/officeDocument/2006/relationships/slideLayout" Target="../slideLayouts/slideLayout63.xml"/><Relationship Id="rId21" Type="http://schemas.openxmlformats.org/officeDocument/2006/relationships/tags" Target="../tags/tag367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tags" Target="../tags/tag363.xml"/><Relationship Id="rId2" Type="http://schemas.openxmlformats.org/officeDocument/2006/relationships/slideLayout" Target="../slideLayouts/slideLayout62.xml"/><Relationship Id="rId16" Type="http://schemas.openxmlformats.org/officeDocument/2006/relationships/tags" Target="../tags/tag362.xml"/><Relationship Id="rId20" Type="http://schemas.openxmlformats.org/officeDocument/2006/relationships/tags" Target="../tags/tag366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tags" Target="../tags/tag361.xml"/><Relationship Id="rId10" Type="http://schemas.openxmlformats.org/officeDocument/2006/relationships/slideLayout" Target="../slideLayouts/slideLayout70.xml"/><Relationship Id="rId19" Type="http://schemas.openxmlformats.org/officeDocument/2006/relationships/tags" Target="../tags/tag365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tags" Target="../tags/tag360.xml"/><Relationship Id="rId22" Type="http://schemas.openxmlformats.org/officeDocument/2006/relationships/tags" Target="../tags/tag3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18" Type="http://schemas.openxmlformats.org/officeDocument/2006/relationships/tags" Target="../tags/tag480.xml"/><Relationship Id="rId3" Type="http://schemas.openxmlformats.org/officeDocument/2006/relationships/slideLayout" Target="../slideLayouts/slideLayout75.xml"/><Relationship Id="rId21" Type="http://schemas.openxmlformats.org/officeDocument/2006/relationships/tags" Target="../tags/tag483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tags" Target="../tags/tag479.xml"/><Relationship Id="rId2" Type="http://schemas.openxmlformats.org/officeDocument/2006/relationships/slideLayout" Target="../slideLayouts/slideLayout74.xml"/><Relationship Id="rId16" Type="http://schemas.openxmlformats.org/officeDocument/2006/relationships/tags" Target="../tags/tag478.xml"/><Relationship Id="rId20" Type="http://schemas.openxmlformats.org/officeDocument/2006/relationships/tags" Target="../tags/tag482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tags" Target="../tags/tag477.xml"/><Relationship Id="rId23" Type="http://schemas.openxmlformats.org/officeDocument/2006/relationships/tags" Target="../tags/tag485.xml"/><Relationship Id="rId10" Type="http://schemas.openxmlformats.org/officeDocument/2006/relationships/slideLayout" Target="../slideLayouts/slideLayout82.xml"/><Relationship Id="rId19" Type="http://schemas.openxmlformats.org/officeDocument/2006/relationships/tags" Target="../tags/tag481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tags" Target="../tags/tag476.xml"/><Relationship Id="rId22" Type="http://schemas.openxmlformats.org/officeDocument/2006/relationships/tags" Target="../tags/tag48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18" Type="http://schemas.openxmlformats.org/officeDocument/2006/relationships/tags" Target="../tags/tag615.xml"/><Relationship Id="rId3" Type="http://schemas.openxmlformats.org/officeDocument/2006/relationships/slideLayout" Target="../slideLayouts/slideLayout87.xml"/><Relationship Id="rId21" Type="http://schemas.openxmlformats.org/officeDocument/2006/relationships/tags" Target="../tags/tag618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tags" Target="../tags/tag614.xml"/><Relationship Id="rId2" Type="http://schemas.openxmlformats.org/officeDocument/2006/relationships/slideLayout" Target="../slideLayouts/slideLayout86.xml"/><Relationship Id="rId16" Type="http://schemas.openxmlformats.org/officeDocument/2006/relationships/tags" Target="../tags/tag613.xml"/><Relationship Id="rId20" Type="http://schemas.openxmlformats.org/officeDocument/2006/relationships/tags" Target="../tags/tag617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tags" Target="../tags/tag612.xml"/><Relationship Id="rId23" Type="http://schemas.openxmlformats.org/officeDocument/2006/relationships/image" Target="../media/image26.png"/><Relationship Id="rId10" Type="http://schemas.openxmlformats.org/officeDocument/2006/relationships/slideLayout" Target="../slideLayouts/slideLayout94.xml"/><Relationship Id="rId19" Type="http://schemas.openxmlformats.org/officeDocument/2006/relationships/tags" Target="../tags/tag616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tags" Target="../tags/tag611.xml"/><Relationship Id="rId22" Type="http://schemas.openxmlformats.org/officeDocument/2006/relationships/tags" Target="../tags/tag6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99" y="1266825"/>
            <a:ext cx="10799999" cy="49107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99" y="6356350"/>
            <a:ext cx="2886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56350"/>
            <a:ext cx="2884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文本占位符 1"/>
          <p:cNvSpPr txBox="1">
            <a:spLocks noGrp="1"/>
          </p:cNvSpPr>
          <p:nvPr>
            <p:ph type="body" idx="2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ea typeface="+mj-ea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+mn-ea"/>
          <a:sym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0" y="635"/>
            <a:ext cx="12192635" cy="6857365"/>
          </a:xfrm>
          <a:prstGeom prst="rect">
            <a:avLst/>
          </a:prstGeom>
          <a:gradFill>
            <a:gsLst>
              <a:gs pos="64000">
                <a:schemeClr val="bg2">
                  <a:lumMod val="90000"/>
                  <a:lumOff val="10000"/>
                  <a:alpha val="53000"/>
                </a:schemeClr>
              </a:gs>
              <a:gs pos="1800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68050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2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日期占位符 11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</p:spPr>
        <p:txBody>
          <a:bodyPr lIns="0" tIns="0" rIns="0" bIns="0" anchor="ctr"/>
          <a:lstStyle>
            <a:lvl1pPr algn="ctr"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</p:spPr>
        <p:txBody>
          <a:bodyPr lIns="0" tIns="0" rIns="0" bIns="0" anchor="ctr"/>
          <a:lstStyle>
            <a:lvl1pPr algn="r"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 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dirty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/>
          </a:solidFill>
          <a:uFillTx/>
          <a:latin typeface="+mj-ea"/>
          <a:ea typeface="+mj-ea"/>
          <a:cs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>
            <p:custDataLst>
              <p:tags r:id="rId14"/>
            </p:custDataLst>
          </p:nvPr>
        </p:nvSpPr>
        <p:spPr>
          <a:xfrm rot="16200000">
            <a:off x="2647315" y="-2647315"/>
            <a:ext cx="6897370" cy="12192000"/>
          </a:xfrm>
          <a:prstGeom prst="rect">
            <a:avLst/>
          </a:prstGeom>
          <a:gradFill>
            <a:gsLst>
              <a:gs pos="0">
                <a:schemeClr val="bg2">
                  <a:lumMod val="90000"/>
                  <a:lumOff val="10000"/>
                </a:schemeClr>
              </a:gs>
              <a:gs pos="100000">
                <a:srgbClr val="000815"/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6" name="矩形 25"/>
          <p:cNvSpPr/>
          <p:nvPr userDrawn="1">
            <p:custDataLst>
              <p:tags r:id="rId15"/>
            </p:custDataLst>
          </p:nvPr>
        </p:nvSpPr>
        <p:spPr>
          <a:xfrm rot="16200000">
            <a:off x="2647315" y="-2647315"/>
            <a:ext cx="6897370" cy="12192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70000"/>
                </a:schemeClr>
              </a:gs>
              <a:gs pos="74000">
                <a:srgbClr val="000815">
                  <a:alpha val="90000"/>
                </a:srgbClr>
              </a:gs>
            </a:gsLst>
            <a:lin ang="5400000" scaled="0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椭圆 13"/>
          <p:cNvSpPr/>
          <p:nvPr userDrawn="1">
            <p:custDataLst>
              <p:tags r:id="rId16"/>
            </p:custDataLst>
          </p:nvPr>
        </p:nvSpPr>
        <p:spPr>
          <a:xfrm>
            <a:off x="10974070" y="523875"/>
            <a:ext cx="379730" cy="379730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189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箭头: V 形 7"/>
          <p:cNvSpPr/>
          <p:nvPr userDrawn="1">
            <p:custDataLst>
              <p:tags r:id="rId17"/>
            </p:custDataLst>
          </p:nvPr>
        </p:nvSpPr>
        <p:spPr>
          <a:xfrm>
            <a:off x="11125200" y="650875"/>
            <a:ext cx="97790" cy="133350"/>
          </a:xfrm>
          <a:prstGeom prst="chevron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8900000" scaled="1"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515A922F-1294-4387-9CB3-FCC8465D972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effectLst>
            <a:outerShdw blurRad="139700" dist="38100" sx="102000" sy="102000" algn="tl">
              <a:schemeClr val="accent2">
                <a:alpha val="34000"/>
              </a:schemeClr>
            </a:outerShdw>
          </a:effectLst>
          <a:latin typeface="Arial" panose="020B0604020202020204" pitchFamily="34" charset="0"/>
          <a:ea typeface="+mj-ea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ea typeface="+mn-ea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noProof="1">
          <a:solidFill>
            <a:srgbClr val="FFFFFF"/>
          </a:solidFill>
          <a:uFillTx/>
          <a:latin typeface="+mn-ea"/>
          <a:sym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noProof="1">
          <a:solidFill>
            <a:srgbClr val="FFFFFF"/>
          </a:solidFill>
          <a:uFillTx/>
          <a:latin typeface="+mn-ea"/>
          <a:sym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>
          <a:solidFill>
            <a:srgbClr val="FFFFFF"/>
          </a:solidFill>
          <a:uFillTx/>
          <a:latin typeface="+mn-ea"/>
          <a:sym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>
          <a:solidFill>
            <a:srgbClr val="FFFFFF"/>
          </a:solidFill>
          <a:uFillTx/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矩形: 圆顶角 12"/>
          <p:cNvSpPr/>
          <p:nvPr>
            <p:custDataLst>
              <p:tags r:id="rId15"/>
            </p:custDataLst>
          </p:nvPr>
        </p:nvSpPr>
        <p:spPr>
          <a:xfrm rot="16200000" flipH="1">
            <a:off x="2978150" y="-1115695"/>
            <a:ext cx="76200" cy="460692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16"/>
            </p:custDataLst>
          </p:nvPr>
        </p:nvCxnSpPr>
        <p:spPr>
          <a:xfrm>
            <a:off x="10972165" y="77216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7"/>
            </p:custDataLst>
          </p:nvPr>
        </p:nvCxnSpPr>
        <p:spPr>
          <a:xfrm>
            <a:off x="10972165" y="847090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8"/>
            </p:custDataLst>
          </p:nvPr>
        </p:nvCxnSpPr>
        <p:spPr>
          <a:xfrm>
            <a:off x="10972165" y="921385"/>
            <a:ext cx="2051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565CE74E-AB26-4998-AD42-012C4C1AD07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标题占位符 3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solidFill>
            <a:schemeClr val="accent2"/>
          </a:solidFill>
          <a:uFillTx/>
          <a:latin typeface="Arial" panose="020B0604020202020204" pitchFamily="34" charset="0"/>
          <a:ea typeface="+mj-ea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+mn-ea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2" Type="http://schemas.openxmlformats.org/officeDocument/2006/relationships/tags" Target="../tags/tag690.xml"/><Relationship Id="rId1" Type="http://schemas.openxmlformats.org/officeDocument/2006/relationships/tags" Target="../tags/tag6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93.xml"/><Relationship Id="rId2" Type="http://schemas.openxmlformats.org/officeDocument/2006/relationships/tags" Target="../tags/tag692.xml"/><Relationship Id="rId1" Type="http://schemas.openxmlformats.org/officeDocument/2006/relationships/tags" Target="../tags/tag691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slideLayout" Target="../slideLayouts/slideLayout9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tags" Target="../tags/tag696.xml"/><Relationship Id="rId7" Type="http://schemas.openxmlformats.org/officeDocument/2006/relationships/slideLayout" Target="../slideLayouts/slideLayout96.xml"/><Relationship Id="rId12" Type="http://schemas.openxmlformats.org/officeDocument/2006/relationships/image" Target="../media/image40.bin"/><Relationship Id="rId2" Type="http://schemas.openxmlformats.org/officeDocument/2006/relationships/tags" Target="../tags/tag695.xml"/><Relationship Id="rId1" Type="http://schemas.openxmlformats.org/officeDocument/2006/relationships/tags" Target="../tags/tag694.xml"/><Relationship Id="rId6" Type="http://schemas.openxmlformats.org/officeDocument/2006/relationships/tags" Target="../tags/tag699.xml"/><Relationship Id="rId11" Type="http://schemas.openxmlformats.org/officeDocument/2006/relationships/image" Target="../media/image39.jpeg"/><Relationship Id="rId5" Type="http://schemas.openxmlformats.org/officeDocument/2006/relationships/tags" Target="../tags/tag698.xml"/><Relationship Id="rId10" Type="http://schemas.openxmlformats.org/officeDocument/2006/relationships/image" Target="../media/image38.jpeg"/><Relationship Id="rId4" Type="http://schemas.openxmlformats.org/officeDocument/2006/relationships/tags" Target="../tags/tag697.xml"/><Relationship Id="rId9" Type="http://schemas.openxmlformats.org/officeDocument/2006/relationships/image" Target="../media/image3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700.xml"/><Relationship Id="rId4" Type="http://schemas.openxmlformats.org/officeDocument/2006/relationships/image" Target="../media/image4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8.xml"/><Relationship Id="rId1" Type="http://schemas.openxmlformats.org/officeDocument/2006/relationships/tags" Target="../tags/tag7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1333500"/>
            <a:ext cx="10515600" cy="13255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algn="ctr"/>
            <a:r>
              <a:rPr lang="en-US" altLang="en-US">
                <a:solidFill>
                  <a:schemeClr val="accent2">
                    <a:lumMod val="50000"/>
                  </a:schemeClr>
                </a:solidFill>
                <a:ea typeface="+mj-ea"/>
              </a:rPr>
              <a:t>Создание динамической подсветки монитора с помощью микроконтроллера</a:t>
            </a: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7378700" y="5914390"/>
            <a:ext cx="4799330" cy="943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altLang="en-US"/>
              <a:t>Выполнил студент: Страхов Данил</a:t>
            </a:r>
          </a:p>
          <a:p>
            <a:r>
              <a:rPr lang="ru-RU" altLang="en-US"/>
              <a:t>Группы 1731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/>
          <p:cNvPicPr/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654175"/>
            <a:ext cx="6169025" cy="3549650"/>
          </a:xfrm>
          <a:prstGeom prst="rect">
            <a:avLst/>
          </a:prstGeom>
        </p:spPr>
      </p:pic>
      <p:pic>
        <p:nvPicPr>
          <p:cNvPr id="4" name="Изображение 3"/>
          <p:cNvPicPr/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69025" y="1654175"/>
            <a:ext cx="6022975" cy="35496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FCD658-C775-42DA-B32D-0876B08EDEB2}"/>
              </a:ext>
            </a:extLst>
          </p:cNvPr>
          <p:cNvSpPr txBox="1"/>
          <p:nvPr/>
        </p:nvSpPr>
        <p:spPr>
          <a:xfrm>
            <a:off x="889233" y="645952"/>
            <a:ext cx="9982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Актуальность(зачем она нужна)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/>
          <p:cNvPicPr/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780392"/>
            <a:ext cx="5721292" cy="3588723"/>
          </a:xfrm>
          <a:prstGeom prst="rect">
            <a:avLst/>
          </a:prstGeom>
        </p:spPr>
      </p:pic>
      <p:pic>
        <p:nvPicPr>
          <p:cNvPr id="4" name="Изображение 3"/>
          <p:cNvPicPr/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636134" y="983292"/>
            <a:ext cx="3922395" cy="33858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555258-527F-4D7C-AA06-F89E18EDF9A8}"/>
              </a:ext>
            </a:extLst>
          </p:cNvPr>
          <p:cNvSpPr txBox="1"/>
          <p:nvPr/>
        </p:nvSpPr>
        <p:spPr>
          <a:xfrm>
            <a:off x="520117" y="411060"/>
            <a:ext cx="9764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Компоненты (сборка)</a:t>
            </a:r>
          </a:p>
        </p:txBody>
      </p:sp>
      <p:pic>
        <p:nvPicPr>
          <p:cNvPr id="5" name="Изображение 5">
            <a:extLst>
              <a:ext uri="{FF2B5EF4-FFF2-40B4-BE49-F238E27FC236}">
                <a16:creationId xmlns:a16="http://schemas.microsoft.com/office/drawing/2014/main" id="{483303F6-34AF-41C6-881E-BDE6855BB8AF}"/>
              </a:ext>
            </a:extLst>
          </p:cNvPr>
          <p:cNvPicPr/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4369114"/>
            <a:ext cx="3621976" cy="2488885"/>
          </a:xfrm>
          <a:prstGeom prst="rect">
            <a:avLst/>
          </a:prstGeom>
        </p:spPr>
      </p:pic>
      <p:pic>
        <p:nvPicPr>
          <p:cNvPr id="6" name="Изображение 7">
            <a:extLst>
              <a:ext uri="{FF2B5EF4-FFF2-40B4-BE49-F238E27FC236}">
                <a16:creationId xmlns:a16="http://schemas.microsoft.com/office/drawing/2014/main" id="{8BCE7620-5716-4C58-91A2-9EB2517D511D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621976" y="4369115"/>
            <a:ext cx="3876040" cy="2488885"/>
          </a:xfrm>
          <a:prstGeom prst="rect">
            <a:avLst/>
          </a:prstGeom>
        </p:spPr>
      </p:pic>
      <p:pic>
        <p:nvPicPr>
          <p:cNvPr id="7" name="Изображение 6">
            <a:extLst>
              <a:ext uri="{FF2B5EF4-FFF2-40B4-BE49-F238E27FC236}">
                <a16:creationId xmlns:a16="http://schemas.microsoft.com/office/drawing/2014/main" id="{105357E5-8B0C-4011-8D3B-237E4DEBA974}"/>
              </a:ext>
            </a:extLst>
          </p:cNvPr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98016" y="4369113"/>
            <a:ext cx="4087180" cy="24888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E8DC5F-8389-4A13-97BF-4CAC6FE7EC72}"/>
              </a:ext>
            </a:extLst>
          </p:cNvPr>
          <p:cNvSpPr txBox="1"/>
          <p:nvPr/>
        </p:nvSpPr>
        <p:spPr>
          <a:xfrm>
            <a:off x="520117" y="411060"/>
            <a:ext cx="9764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Принципиальная схема (сборка)</a:t>
            </a:r>
          </a:p>
        </p:txBody>
      </p:sp>
      <p:pic>
        <p:nvPicPr>
          <p:cNvPr id="9" name="Изображение 1" descr="2e41c831-72b3-4751-a824-5b1757c3bb1f">
            <a:extLst>
              <a:ext uri="{FF2B5EF4-FFF2-40B4-BE49-F238E27FC236}">
                <a16:creationId xmlns:a16="http://schemas.microsoft.com/office/drawing/2014/main" id="{0F8D5617-ABB5-411B-95FA-CCE295ACB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36" y="1214931"/>
            <a:ext cx="6308522" cy="5079090"/>
          </a:xfrm>
          <a:prstGeom prst="rect">
            <a:avLst/>
          </a:prstGeom>
        </p:spPr>
      </p:pic>
      <p:pic>
        <p:nvPicPr>
          <p:cNvPr id="1026" name="Picture 2" descr="Крутая подсветка для монитора! Arduino, Ambilight - YouTube">
            <a:extLst>
              <a:ext uri="{FF2B5EF4-FFF2-40B4-BE49-F238E27FC236}">
                <a16:creationId xmlns:a16="http://schemas.microsoft.com/office/drawing/2014/main" id="{29FE69D5-74C9-4286-B1AE-4DB3D27FB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214931"/>
            <a:ext cx="5285064" cy="507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39813" y="2829560"/>
            <a:ext cx="1011174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7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Спасибо за внимание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6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62"/>
  <p:tag name="KSO_WM_UNIT_TYPE" val="a"/>
  <p:tag name="KSO_WM_UNIT_INDEX" val="1"/>
  <p:tag name="KSO_WM_TEMPLATE_CATEGORY" val="custom"/>
  <p:tag name="KSO_WM_TEMPLATE_INDEX" val="20237996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60"/>
  <p:tag name="KSO_WM_UNIT_TYPE" val="f"/>
  <p:tag name="KSO_WM_UNIT_INDEX" val="1"/>
  <p:tag name="KSO_WM_TEMPLATE_CATEGORY" val="custom"/>
  <p:tag name="KSO_WM_TEMPLATE_INDEX" val="20237996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UNIT_TYPE" val="i"/>
  <p:tag name="KSO_WM_UNIT_INDEX" val="1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UNIT_TYPE" val="i"/>
  <p:tag name="KSO_WM_UNIT_INDEX" val="1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UNIT_TYPE" val="i"/>
  <p:tag name="KSO_WM_UNIT_INDEX" val="1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90"/>
  <p:tag name="KSO_WM_UNIT_TYPE" val="f"/>
  <p:tag name="KSO_WM_UNIT_INDEX" val="2"/>
  <p:tag name="KSO_WM_UNIT_SUBTYPE" val="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UNIT_TYPE" val="i"/>
  <p:tag name="KSO_WM_UNIT_INDEX" val="1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UNIT_TYPE" val="i"/>
  <p:tag name="KSO_WM_UNIT_INDEX" val="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UNIT_TYPE" val="i"/>
  <p:tag name="KSO_WM_UNIT_INDEX" val="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UNIT_TYPE" val="i"/>
  <p:tag name="KSO_WM_UNIT_INDEX" val="6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UNIT_TYPE" val="i"/>
  <p:tag name="KSO_WM_UNIT_INDEX" val="7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UNIT_TYPE" val="i"/>
  <p:tag name="KSO_WM_UNIT_INDEX" val="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UNIT_TYPE" val="i"/>
  <p:tag name="KSO_WM_UNIT_INDEX" val="9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50"/>
  <p:tag name="KSO_WM_UNIT_TYPE" val="f"/>
  <p:tag name="KSO_WM_UNIT_INDEX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3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90"/>
  <p:tag name="KSO_WM_UNIT_TYPE" val="f"/>
  <p:tag name="KSO_WM_UNIT_INDEX" val="3"/>
  <p:tag name="KSO_WM_UNIT_SUBTYPE" val="g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UNIT_TYPE" val="i"/>
  <p:tag name="KSO_WM_UNIT_INDEX" val="14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TYPE" val="i"/>
  <p:tag name="KSO_WM_UNIT_INDEX" val="1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UNIT_TYPE" val="i"/>
  <p:tag name="KSO_WM_UNIT_INDEX" val="1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UNIT_TYPE" val="i"/>
  <p:tag name="KSO_WM_UNIT_INDEX" val="1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47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47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耐心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9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94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NEW PRODUCT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3*i*13"/>
  <p:tag name="KSO_WM_UNIT_LAYERLEVEL" val="1"/>
  <p:tag name="KSO_WM_TAG_VERSION" val="3.0"/>
  <p:tag name="KSO_WM_BEAUTIFY_FLAG" val="#wm#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3*i*12"/>
  <p:tag name="KSO_WM_UNIT_LAYERLEVEL" val="1"/>
  <p:tag name="KSO_WM_TAG_VERSION" val="3.0"/>
  <p:tag name="KSO_WM_BEAUTIFY_FLAG" val="#wm#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PART 01"/>
  <p:tag name="KSO_WM_UNIT_NOCLEAR" val="0"/>
  <p:tag name="KSO_WM_UNIT_VALUE" val="10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UNIT_CONTENT_GROUP_TYPE" val="titlestyle"/>
  <p:tag name="KSO_WM_UNIT_TYPE" val="i"/>
  <p:tag name="KSO_WM_UNIT_INDEX" val="5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37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37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  <p:tag name="KSO_WM_UNIT_CONTENT_GROUP_TYPE" val="titlestyl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UNIT_TYPE" val="i"/>
  <p:tag name="KSO_WM_UNIT_INDEX" val="3"/>
  <p:tag name="KSO_WM_UNIT_CONTENT_GROUP_TYPE" val="titlestyl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UNIT_TYPE" val="i"/>
  <p:tag name="KSO_WM_UNIT_INDEX" val="5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UNIT_TYPE" val="i"/>
  <p:tag name="KSO_WM_UNIT_INDEX" val="6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UNIT_TYPE" val="i"/>
  <p:tag name="KSO_WM_UNIT_INDEX" val="7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UNIT_TYPE" val="i"/>
  <p:tag name="KSO_WM_UNIT_INDEX" val="6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UNIT_TYPE" val="i"/>
  <p:tag name="KSO_WM_UNIT_INDEX" val="7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UNIT_TYPE" val="i"/>
  <p:tag name="KSO_WM_UNIT_INDEX" val="10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UNIT_TYPE" val="i"/>
  <p:tag name="KSO_WM_UNIT_INDEX" val="11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UNIT_TYPE" val="i"/>
  <p:tag name="KSO_WM_UNIT_INDEX" val="12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79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THEME_ID" val="3302786"/>
  <p:tag name="KSO_WM_SLIDE_THEME_NAME" val="Blue Chinoiseri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CONTENT_AREA" val="{&quot;left&quot;:&quot;43&quot;,&quot;top&quot;:&quot;156.65&quot;,&quot;width&quot;:&quot;459.25&quot;,&quot;height&quot;:&quot;180.85&quot;}"/>
  <p:tag name="KSO_WM_SLIDE_ID" val="custom20237979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79"/>
  <p:tag name="KSO_WM_SLIDE_LAYOUT" val="a"/>
  <p:tag name="KSO_WM_SLIDE_LAYOUT_CNT" val="1"/>
  <p:tag name="KSO_WM_SLIDE_THEME_ID" val="3302786"/>
  <p:tag name="KSO_WM_SLIDE_THEME_NAME" val="Blue Chinoiseri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615DFF"/>
      </a:accent1>
      <a:accent2>
        <a:srgbClr val="33C6FD"/>
      </a:accent2>
      <a:accent3>
        <a:srgbClr val="6694FC"/>
      </a:accent3>
      <a:accent4>
        <a:srgbClr val="9963FA"/>
      </a:accent4>
      <a:accent5>
        <a:srgbClr val="CC31F9"/>
      </a:accent5>
      <a:accent6>
        <a:srgbClr val="E646C8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24">
      <a:dk1>
        <a:sysClr val="windowText" lastClr="000000"/>
      </a:dk1>
      <a:lt1>
        <a:sysClr val="window" lastClr="FFFFFF"/>
      </a:lt1>
      <a:dk2>
        <a:srgbClr val="3F3F3F"/>
      </a:dk2>
      <a:lt2>
        <a:srgbClr val="FFFDEB"/>
      </a:lt2>
      <a:accent1>
        <a:srgbClr val="00CC66"/>
      </a:accent1>
      <a:accent2>
        <a:srgbClr val="FFC858"/>
      </a:accent2>
      <a:accent3>
        <a:srgbClr val="0C89F0"/>
      </a:accent3>
      <a:accent4>
        <a:srgbClr val="B71CC3"/>
      </a:accent4>
      <a:accent5>
        <a:srgbClr val="181FB1"/>
      </a:accent5>
      <a:accent6>
        <a:srgbClr val="33CCF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自定义 132">
      <a:dk1>
        <a:srgbClr val="000000"/>
      </a:dk1>
      <a:lt1>
        <a:srgbClr val="FFFFFF"/>
      </a:lt1>
      <a:dk2>
        <a:srgbClr val="003248"/>
      </a:dk2>
      <a:lt2>
        <a:srgbClr val="E8F7FE"/>
      </a:lt2>
      <a:accent1>
        <a:srgbClr val="FF3B3B"/>
      </a:accent1>
      <a:accent2>
        <a:srgbClr val="FF542D"/>
      </a:accent2>
      <a:accent3>
        <a:srgbClr val="FF7429"/>
      </a:accent3>
      <a:accent4>
        <a:srgbClr val="FE8F00"/>
      </a:accent4>
      <a:accent5>
        <a:srgbClr val="FFB005"/>
      </a:accent5>
      <a:accent6>
        <a:srgbClr val="FFC000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2">
                <a:alpha val="80000"/>
              </a:schemeClr>
            </a:gs>
            <a:gs pos="100000">
              <a:schemeClr val="accent1"/>
            </a:gs>
            <a:gs pos="48000">
              <a:schemeClr val="accent2">
                <a:alpha val="70000"/>
              </a:schemeClr>
            </a:gs>
          </a:gsLst>
          <a:lin ang="1080000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自定义 25">
      <a:dk1>
        <a:srgbClr val="000000"/>
      </a:dk1>
      <a:lt1>
        <a:srgbClr val="FFFFFF"/>
      </a:lt1>
      <a:dk2>
        <a:srgbClr val="62463F"/>
      </a:dk2>
      <a:lt2>
        <a:srgbClr val="ECE4E2"/>
      </a:lt2>
      <a:accent1>
        <a:srgbClr val="FF9D3D"/>
      </a:accent1>
      <a:accent2>
        <a:srgbClr val="FC8A64"/>
      </a:accent2>
      <a:accent3>
        <a:srgbClr val="F8778B"/>
      </a:accent3>
      <a:accent4>
        <a:srgbClr val="F563B1"/>
      </a:accent4>
      <a:accent5>
        <a:srgbClr val="F150D8"/>
      </a:accent5>
      <a:accent6>
        <a:srgbClr val="EE3DFF"/>
      </a:accent6>
      <a:hlink>
        <a:srgbClr val="0563C1"/>
      </a:hlink>
      <a:folHlink>
        <a:srgbClr val="954D72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19">
      <a:dk1>
        <a:srgbClr val="000000"/>
      </a:dk1>
      <a:lt1>
        <a:srgbClr val="FFFFFF"/>
      </a:lt1>
      <a:dk2>
        <a:srgbClr val="00175A"/>
      </a:dk2>
      <a:lt2>
        <a:srgbClr val="F0F0F0"/>
      </a:lt2>
      <a:accent1>
        <a:srgbClr val="5DC8FD"/>
      </a:accent1>
      <a:accent2>
        <a:srgbClr val="62CFE9"/>
      </a:accent2>
      <a:accent3>
        <a:srgbClr val="67D6D5"/>
      </a:accent3>
      <a:accent4>
        <a:srgbClr val="6BDCC1"/>
      </a:accent4>
      <a:accent5>
        <a:srgbClr val="70E3AD"/>
      </a:accent5>
      <a:accent6>
        <a:srgbClr val="75EA99"/>
      </a:accent6>
      <a:hlink>
        <a:srgbClr val="4472C4"/>
      </a:hlink>
      <a:folHlink>
        <a:srgbClr val="F67FFF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1F6E8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自定义 101">
      <a:dk1>
        <a:srgbClr val="000000"/>
      </a:dk1>
      <a:lt1>
        <a:srgbClr val="FFFFFF"/>
      </a:lt1>
      <a:dk2>
        <a:srgbClr val="260C60"/>
      </a:dk2>
      <a:lt2>
        <a:srgbClr val="D7E3FA"/>
      </a:lt2>
      <a:accent1>
        <a:srgbClr val="6124E5"/>
      </a:accent1>
      <a:accent2>
        <a:srgbClr val="4E4DE7"/>
      </a:accent2>
      <a:accent3>
        <a:srgbClr val="3A76E9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8</vt:i4>
      </vt:variant>
      <vt:variant>
        <vt:lpstr>Заголовки слайдов</vt:lpstr>
      </vt:variant>
      <vt:variant>
        <vt:i4>5</vt:i4>
      </vt:variant>
    </vt:vector>
  </HeadingPairs>
  <TitlesOfParts>
    <vt:vector size="26" baseType="lpstr">
      <vt:lpstr>微软雅黑</vt:lpstr>
      <vt:lpstr>Arial</vt:lpstr>
      <vt:lpstr>Calibri</vt:lpstr>
      <vt:lpstr>Calibri Light</vt:lpstr>
      <vt:lpstr>Charis SIL</vt:lpstr>
      <vt:lpstr>Crimson Text SemiBold</vt:lpstr>
      <vt:lpstr>Inter</vt:lpstr>
      <vt:lpstr>Inter Bold</vt:lpstr>
      <vt:lpstr>Lato</vt:lpstr>
      <vt:lpstr>Manrope ExtraBold</vt:lpstr>
      <vt:lpstr>Nunito Sans</vt:lpstr>
      <vt:lpstr>Nunito Sans ExtraBold</vt:lpstr>
      <vt:lpstr>Wingdings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</dc:creator>
  <cp:lastModifiedBy>student</cp:lastModifiedBy>
  <cp:revision>10</cp:revision>
  <dcterms:created xsi:type="dcterms:W3CDTF">2025-07-23T00:59:00Z</dcterms:created>
  <dcterms:modified xsi:type="dcterms:W3CDTF">2026-05-04T19:34:19Z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0F9D3C251D93414E9227ED55CD047F4D_11</vt:lpwstr>
  </property>
</Properties>
</file>